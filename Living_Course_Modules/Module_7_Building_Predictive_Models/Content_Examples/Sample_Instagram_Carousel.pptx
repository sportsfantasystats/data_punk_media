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30" r:id="rId2"/>
    <p:sldId id="300" r:id="rId3"/>
    <p:sldId id="336" r:id="rId4"/>
    <p:sldId id="337" r:id="rId5"/>
    <p:sldId id="338" r:id="rId6"/>
    <p:sldId id="270" r:id="rId7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4238"/>
    <a:srgbClr val="DE297B"/>
    <a:srgbClr val="CFEF75"/>
    <a:srgbClr val="732A5F"/>
    <a:srgbClr val="E2297D"/>
    <a:srgbClr val="F0403B"/>
    <a:srgbClr val="7F7F7F"/>
    <a:srgbClr val="F44336"/>
    <a:srgbClr val="5332C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34AC0C-D494-4CD8-B721-5997002964F0}" v="62" dt="2026-05-17T20:04:07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98" autoAdjust="0"/>
  </p:normalViewPr>
  <p:slideViewPr>
    <p:cSldViewPr snapToGrid="0">
      <p:cViewPr varScale="1">
        <p:scale>
          <a:sx n="102" d="100"/>
          <a:sy n="102" d="100"/>
        </p:scale>
        <p:origin x="219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Fox" userId="40a717fc7fcd7e40" providerId="LiveId" clId="{373ACA29-D598-4B53-BF42-17EE47C37B4D}"/>
    <pc:docChg chg="undo custSel addSld delSld modSld sldOrd">
      <pc:chgData name="Steven Fox" userId="40a717fc7fcd7e40" providerId="LiveId" clId="{373ACA29-D598-4B53-BF42-17EE47C37B4D}" dt="2026-05-18T19:32:20.342" v="1220" actId="47"/>
      <pc:docMkLst>
        <pc:docMk/>
      </pc:docMkLst>
      <pc:sldChg chg="modSp mod ord">
        <pc:chgData name="Steven Fox" userId="40a717fc7fcd7e40" providerId="LiveId" clId="{373ACA29-D598-4B53-BF42-17EE47C37B4D}" dt="2026-05-17T20:07:39.707" v="1121" actId="113"/>
        <pc:sldMkLst>
          <pc:docMk/>
          <pc:sldMk cId="3324210793" sldId="270"/>
        </pc:sldMkLst>
        <pc:spChg chg="mod">
          <ac:chgData name="Steven Fox" userId="40a717fc7fcd7e40" providerId="LiveId" clId="{373ACA29-D598-4B53-BF42-17EE47C37B4D}" dt="2026-05-17T20:07:34.995" v="1120" actId="2711"/>
          <ac:spMkLst>
            <pc:docMk/>
            <pc:sldMk cId="3324210793" sldId="270"/>
            <ac:spMk id="2" creationId="{30CEEDEA-7A14-5781-2F1A-FC3FB1BF5E46}"/>
          </ac:spMkLst>
        </pc:spChg>
        <pc:spChg chg="mod">
          <ac:chgData name="Steven Fox" userId="40a717fc7fcd7e40" providerId="LiveId" clId="{373ACA29-D598-4B53-BF42-17EE47C37B4D}" dt="2026-05-17T20:07:39.707" v="1121" actId="113"/>
          <ac:spMkLst>
            <pc:docMk/>
            <pc:sldMk cId="3324210793" sldId="270"/>
            <ac:spMk id="4" creationId="{510BB8F4-386A-5919-AEB3-FD4614A1FFC3}"/>
          </ac:spMkLst>
        </pc:spChg>
        <pc:picChg chg="mod">
          <ac:chgData name="Steven Fox" userId="40a717fc7fcd7e40" providerId="LiveId" clId="{373ACA29-D598-4B53-BF42-17EE47C37B4D}" dt="2026-05-17T20:07:25.091" v="1119" actId="207"/>
          <ac:picMkLst>
            <pc:docMk/>
            <pc:sldMk cId="3324210793" sldId="270"/>
            <ac:picMk id="9" creationId="{33BA476E-A465-0ABF-7131-74733018F8A0}"/>
          </ac:picMkLst>
        </pc:picChg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1454276230" sldId="272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662060531" sldId="273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083403172" sldId="280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052863250" sldId="283"/>
        </pc:sldMkLst>
      </pc:sldChg>
      <pc:sldChg chg="del">
        <pc:chgData name="Steven Fox" userId="40a717fc7fcd7e40" providerId="LiveId" clId="{373ACA29-D598-4B53-BF42-17EE47C37B4D}" dt="2026-05-17T16:27:13.159" v="0" actId="47"/>
        <pc:sldMkLst>
          <pc:docMk/>
          <pc:sldMk cId="2280084485" sldId="284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66028188" sldId="285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955556005" sldId="289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181350482" sldId="290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1987037622" sldId="291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883202897" sldId="295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1022367773" sldId="296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153553885" sldId="297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985037832" sldId="298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955684665" sldId="299"/>
        </pc:sldMkLst>
      </pc:sldChg>
      <pc:sldChg chg="addSp delSp modSp mod">
        <pc:chgData name="Steven Fox" userId="40a717fc7fcd7e40" providerId="LiveId" clId="{373ACA29-D598-4B53-BF42-17EE47C37B4D}" dt="2026-05-17T20:12:58.405" v="1218" actId="20577"/>
        <pc:sldMkLst>
          <pc:docMk/>
          <pc:sldMk cId="2829158533" sldId="300"/>
        </pc:sldMkLst>
        <pc:spChg chg="mod">
          <ac:chgData name="Steven Fox" userId="40a717fc7fcd7e40" providerId="LiveId" clId="{373ACA29-D598-4B53-BF42-17EE47C37B4D}" dt="2026-05-17T18:34:32.616" v="194" actId="20577"/>
          <ac:spMkLst>
            <pc:docMk/>
            <pc:sldMk cId="2829158533" sldId="300"/>
            <ac:spMk id="2" creationId="{166AE6D8-0D5A-21C1-C64E-429851193B9C}"/>
          </ac:spMkLst>
        </pc:spChg>
        <pc:spChg chg="mod">
          <ac:chgData name="Steven Fox" userId="40a717fc7fcd7e40" providerId="LiveId" clId="{373ACA29-D598-4B53-BF42-17EE47C37B4D}" dt="2026-05-17T20:12:58.405" v="1218" actId="20577"/>
          <ac:spMkLst>
            <pc:docMk/>
            <pc:sldMk cId="2829158533" sldId="300"/>
            <ac:spMk id="4" creationId="{75E3B82F-4BC4-F00B-2EE6-77BE7B5CEFF7}"/>
          </ac:spMkLst>
        </pc:spChg>
        <pc:spChg chg="mod">
          <ac:chgData name="Steven Fox" userId="40a717fc7fcd7e40" providerId="LiveId" clId="{373ACA29-D598-4B53-BF42-17EE47C37B4D}" dt="2026-05-17T20:08:21.757" v="1128" actId="208"/>
          <ac:spMkLst>
            <pc:docMk/>
            <pc:sldMk cId="2829158533" sldId="300"/>
            <ac:spMk id="6" creationId="{0A5E6789-F9A8-93F3-9CA0-5F71B96A2332}"/>
          </ac:spMkLst>
        </pc:spChg>
        <pc:spChg chg="del">
          <ac:chgData name="Steven Fox" userId="40a717fc7fcd7e40" providerId="LiveId" clId="{373ACA29-D598-4B53-BF42-17EE47C37B4D}" dt="2026-05-17T18:34:04.670" v="139" actId="478"/>
          <ac:spMkLst>
            <pc:docMk/>
            <pc:sldMk cId="2829158533" sldId="300"/>
            <ac:spMk id="15" creationId="{A40E2D60-AC58-C5C7-188E-09020DC21B40}"/>
          </ac:spMkLst>
        </pc:spChg>
        <pc:spChg chg="mod">
          <ac:chgData name="Steven Fox" userId="40a717fc7fcd7e40" providerId="LiveId" clId="{373ACA29-D598-4B53-BF42-17EE47C37B4D}" dt="2026-05-17T18:48:42.023" v="705" actId="1076"/>
          <ac:spMkLst>
            <pc:docMk/>
            <pc:sldMk cId="2829158533" sldId="300"/>
            <ac:spMk id="19" creationId="{A98254C2-0D78-684B-9A53-9E1F4752396A}"/>
          </ac:spMkLst>
        </pc:spChg>
        <pc:spChg chg="del">
          <ac:chgData name="Steven Fox" userId="40a717fc7fcd7e40" providerId="LiveId" clId="{373ACA29-D598-4B53-BF42-17EE47C37B4D}" dt="2026-05-17T18:35:40.197" v="207" actId="478"/>
          <ac:spMkLst>
            <pc:docMk/>
            <pc:sldMk cId="2829158533" sldId="300"/>
            <ac:spMk id="20" creationId="{0DBF08B5-F50D-1FF6-F651-62F8EBA204DC}"/>
          </ac:spMkLst>
        </pc:spChg>
        <pc:spChg chg="del">
          <ac:chgData name="Steven Fox" userId="40a717fc7fcd7e40" providerId="LiveId" clId="{373ACA29-D598-4B53-BF42-17EE47C37B4D}" dt="2026-05-17T18:35:38.337" v="206" actId="478"/>
          <ac:spMkLst>
            <pc:docMk/>
            <pc:sldMk cId="2829158533" sldId="300"/>
            <ac:spMk id="21" creationId="{4642637A-E2F6-76B8-16F8-897E55DAEBD0}"/>
          </ac:spMkLst>
        </pc:spChg>
        <pc:spChg chg="del">
          <ac:chgData name="Steven Fox" userId="40a717fc7fcd7e40" providerId="LiveId" clId="{373ACA29-D598-4B53-BF42-17EE47C37B4D}" dt="2026-05-17T18:34:02.172" v="137" actId="478"/>
          <ac:spMkLst>
            <pc:docMk/>
            <pc:sldMk cId="2829158533" sldId="300"/>
            <ac:spMk id="22" creationId="{EDF9536A-E90B-D760-9A3A-5C9450B9A3A9}"/>
          </ac:spMkLst>
        </pc:spChg>
        <pc:spChg chg="del">
          <ac:chgData name="Steven Fox" userId="40a717fc7fcd7e40" providerId="LiveId" clId="{373ACA29-D598-4B53-BF42-17EE47C37B4D}" dt="2026-05-17T18:34:03.334" v="138" actId="478"/>
          <ac:spMkLst>
            <pc:docMk/>
            <pc:sldMk cId="2829158533" sldId="300"/>
            <ac:spMk id="23" creationId="{A4A75268-861A-8F03-3AE9-3897B89299B3}"/>
          </ac:spMkLst>
        </pc:spChg>
        <pc:spChg chg="del">
          <ac:chgData name="Steven Fox" userId="40a717fc7fcd7e40" providerId="LiveId" clId="{373ACA29-D598-4B53-BF42-17EE47C37B4D}" dt="2026-05-17T18:33:50.517" v="132" actId="478"/>
          <ac:spMkLst>
            <pc:docMk/>
            <pc:sldMk cId="2829158533" sldId="300"/>
            <ac:spMk id="28" creationId="{4CC86654-93AF-49B2-164D-842F2A47982F}"/>
          </ac:spMkLst>
        </pc:spChg>
        <pc:graphicFrameChg chg="add mod">
          <ac:chgData name="Steven Fox" userId="40a717fc7fcd7e40" providerId="LiveId" clId="{373ACA29-D598-4B53-BF42-17EE47C37B4D}" dt="2026-05-17T18:52:05.857" v="722" actId="14100"/>
          <ac:graphicFrameMkLst>
            <pc:docMk/>
            <pc:sldMk cId="2829158533" sldId="300"/>
            <ac:graphicFrameMk id="5" creationId="{C654E663-6D88-A30E-54E6-6F3566E1FF94}"/>
          </ac:graphicFrameMkLst>
        </pc:graphicFrameChg>
        <pc:graphicFrameChg chg="del">
          <ac:chgData name="Steven Fox" userId="40a717fc7fcd7e40" providerId="LiveId" clId="{373ACA29-D598-4B53-BF42-17EE47C37B4D}" dt="2026-05-17T18:33:58.094" v="134" actId="478"/>
          <ac:graphicFrameMkLst>
            <pc:docMk/>
            <pc:sldMk cId="2829158533" sldId="300"/>
            <ac:graphicFrameMk id="13" creationId="{AE631428-C7C3-6FB3-2CF2-050629BBAEC3}"/>
          </ac:graphicFrameMkLst>
        </pc:graphicFrameChg>
        <pc:graphicFrameChg chg="del">
          <ac:chgData name="Steven Fox" userId="40a717fc7fcd7e40" providerId="LiveId" clId="{373ACA29-D598-4B53-BF42-17EE47C37B4D}" dt="2026-05-17T18:34:00.042" v="135" actId="478"/>
          <ac:graphicFrameMkLst>
            <pc:docMk/>
            <pc:sldMk cId="2829158533" sldId="300"/>
            <ac:graphicFrameMk id="14" creationId="{1E6FA07D-9A38-FD53-3989-47BB18395431}"/>
          </ac:graphicFrameMkLst>
        </pc:graphicFrameChg>
        <pc:picChg chg="del">
          <ac:chgData name="Steven Fox" userId="40a717fc7fcd7e40" providerId="LiveId" clId="{373ACA29-D598-4B53-BF42-17EE47C37B4D}" dt="2026-05-17T18:33:21.227" v="129" actId="478"/>
          <ac:picMkLst>
            <pc:docMk/>
            <pc:sldMk cId="2829158533" sldId="300"/>
            <ac:picMk id="3" creationId="{375ED0F7-942E-13AD-2CBA-AB24F9FC8991}"/>
          </ac:picMkLst>
        </pc:picChg>
        <pc:picChg chg="add del mod">
          <ac:chgData name="Steven Fox" userId="40a717fc7fcd7e40" providerId="LiveId" clId="{373ACA29-D598-4B53-BF42-17EE47C37B4D}" dt="2026-05-17T18:49:24.388" v="710" actId="478"/>
          <ac:picMkLst>
            <pc:docMk/>
            <pc:sldMk cId="2829158533" sldId="300"/>
            <ac:picMk id="9" creationId="{C5E1EA10-6E3C-1CC2-92D7-8966AB99E519}"/>
          </ac:picMkLst>
        </pc:picChg>
        <pc:picChg chg="add mod ord modCrop">
          <ac:chgData name="Steven Fox" userId="40a717fc7fcd7e40" providerId="LiveId" clId="{373ACA29-D598-4B53-BF42-17EE47C37B4D}" dt="2026-05-17T18:51:46.876" v="720" actId="732"/>
          <ac:picMkLst>
            <pc:docMk/>
            <pc:sldMk cId="2829158533" sldId="300"/>
            <ac:picMk id="11" creationId="{9D2076F8-C152-F125-6684-61DBF2EB526E}"/>
          </ac:picMkLst>
        </pc:picChg>
        <pc:picChg chg="del">
          <ac:chgData name="Steven Fox" userId="40a717fc7fcd7e40" providerId="LiveId" clId="{373ACA29-D598-4B53-BF42-17EE47C37B4D}" dt="2026-05-17T18:33:52.101" v="133" actId="478"/>
          <ac:picMkLst>
            <pc:docMk/>
            <pc:sldMk cId="2829158533" sldId="300"/>
            <ac:picMk id="27" creationId="{736E584E-CB11-ACB4-13E4-881ADA6FBE2A}"/>
          </ac:picMkLst>
        </pc:picChg>
        <pc:cxnChg chg="del mod">
          <ac:chgData name="Steven Fox" userId="40a717fc7fcd7e40" providerId="LiveId" clId="{373ACA29-D598-4B53-BF42-17EE47C37B4D}" dt="2026-05-17T18:34:00.872" v="136" actId="478"/>
          <ac:cxnSpMkLst>
            <pc:docMk/>
            <pc:sldMk cId="2829158533" sldId="300"/>
            <ac:cxnSpMk id="25" creationId="{69A0AD86-F408-560D-83D6-611AEF28033A}"/>
          </ac:cxnSpMkLst>
        </pc:cxnChg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390183880" sldId="302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105075757" sldId="303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221859655" sldId="304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9158937" sldId="305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485888286" sldId="306"/>
        </pc:sldMkLst>
      </pc:sldChg>
      <pc:sldChg chg="modSp del mod ord">
        <pc:chgData name="Steven Fox" userId="40a717fc7fcd7e40" providerId="LiveId" clId="{373ACA29-D598-4B53-BF42-17EE47C37B4D}" dt="2026-05-18T19:32:20.342" v="1220" actId="47"/>
        <pc:sldMkLst>
          <pc:docMk/>
          <pc:sldMk cId="3559117810" sldId="307"/>
        </pc:sldMkLst>
        <pc:spChg chg="mod">
          <ac:chgData name="Steven Fox" userId="40a717fc7fcd7e40" providerId="LiveId" clId="{373ACA29-D598-4B53-BF42-17EE47C37B4D}" dt="2026-05-17T18:53:34.324" v="734" actId="20577"/>
          <ac:spMkLst>
            <pc:docMk/>
            <pc:sldMk cId="3559117810" sldId="307"/>
            <ac:spMk id="2" creationId="{0A537B8A-10EB-682B-4F1C-7369CC90ECB4}"/>
          </ac:spMkLst>
        </pc:spChg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726337980" sldId="308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341968838" sldId="309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76338725" sldId="310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196594805" sldId="311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078607120" sldId="312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001827765" sldId="313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1491361348" sldId="314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558861247" sldId="315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045953605" sldId="316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875458194" sldId="317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196685614" sldId="318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460180023" sldId="319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297891069" sldId="320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125834705" sldId="321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142728739" sldId="322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504935978" sldId="323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522307920" sldId="324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361775033" sldId="325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923754099" sldId="326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151733307" sldId="327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3478806582" sldId="328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254532180" sldId="329"/>
        </pc:sldMkLst>
      </pc:sldChg>
      <pc:sldChg chg="addSp modSp mod">
        <pc:chgData name="Steven Fox" userId="40a717fc7fcd7e40" providerId="LiveId" clId="{373ACA29-D598-4B53-BF42-17EE47C37B4D}" dt="2026-05-17T20:08:14.252" v="1126" actId="207"/>
        <pc:sldMkLst>
          <pc:docMk/>
          <pc:sldMk cId="4226503300" sldId="330"/>
        </pc:sldMkLst>
        <pc:spChg chg="mod">
          <ac:chgData name="Steven Fox" userId="40a717fc7fcd7e40" providerId="LiveId" clId="{373ACA29-D598-4B53-BF42-17EE47C37B4D}" dt="2026-05-17T18:33:38.198" v="131" actId="404"/>
          <ac:spMkLst>
            <pc:docMk/>
            <pc:sldMk cId="4226503300" sldId="330"/>
            <ac:spMk id="2" creationId="{403D54B0-45A2-A065-01AB-CCAD34178D3F}"/>
          </ac:spMkLst>
        </pc:spChg>
        <pc:spChg chg="mod">
          <ac:chgData name="Steven Fox" userId="40a717fc7fcd7e40" providerId="LiveId" clId="{373ACA29-D598-4B53-BF42-17EE47C37B4D}" dt="2026-05-17T20:08:10.565" v="1125" actId="208"/>
          <ac:spMkLst>
            <pc:docMk/>
            <pc:sldMk cId="4226503300" sldId="330"/>
            <ac:spMk id="3" creationId="{6AE817BD-818F-DED1-76C2-E975F9932046}"/>
          </ac:spMkLst>
        </pc:spChg>
        <pc:spChg chg="mod">
          <ac:chgData name="Steven Fox" userId="40a717fc7fcd7e40" providerId="LiveId" clId="{373ACA29-D598-4B53-BF42-17EE47C37B4D}" dt="2026-05-17T16:34:05.443" v="128" actId="1076"/>
          <ac:spMkLst>
            <pc:docMk/>
            <pc:sldMk cId="4226503300" sldId="330"/>
            <ac:spMk id="4" creationId="{6A153649-B0B1-B398-3372-9CDCC705C06B}"/>
          </ac:spMkLst>
        </pc:spChg>
        <pc:spChg chg="mod">
          <ac:chgData name="Steven Fox" userId="40a717fc7fcd7e40" providerId="LiveId" clId="{373ACA29-D598-4B53-BF42-17EE47C37B4D}" dt="2026-05-17T20:08:14.252" v="1126" actId="207"/>
          <ac:spMkLst>
            <pc:docMk/>
            <pc:sldMk cId="4226503300" sldId="330"/>
            <ac:spMk id="8" creationId="{F130E425-9B88-A5C2-73B9-F8C387655F3D}"/>
          </ac:spMkLst>
        </pc:spChg>
        <pc:picChg chg="add mod ord">
          <ac:chgData name="Steven Fox" userId="40a717fc7fcd7e40" providerId="LiveId" clId="{373ACA29-D598-4B53-BF42-17EE47C37B4D}" dt="2026-05-17T18:33:27.470" v="130" actId="167"/>
          <ac:picMkLst>
            <pc:docMk/>
            <pc:sldMk cId="4226503300" sldId="330"/>
            <ac:picMk id="6" creationId="{98AA4CDF-968C-9BA3-E63D-12B224745076}"/>
          </ac:picMkLst>
        </pc:picChg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4274644702" sldId="331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209240211" sldId="332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2654520105" sldId="333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563421207" sldId="334"/>
        </pc:sldMkLst>
      </pc:sldChg>
      <pc:sldChg chg="del">
        <pc:chgData name="Steven Fox" userId="40a717fc7fcd7e40" providerId="LiveId" clId="{373ACA29-D598-4B53-BF42-17EE47C37B4D}" dt="2026-05-18T19:32:20.342" v="1220" actId="47"/>
        <pc:sldMkLst>
          <pc:docMk/>
          <pc:sldMk cId="1267892646" sldId="335"/>
        </pc:sldMkLst>
      </pc:sldChg>
      <pc:sldChg chg="addSp delSp modSp add mod delAnim modAnim">
        <pc:chgData name="Steven Fox" userId="40a717fc7fcd7e40" providerId="LiveId" clId="{373ACA29-D598-4B53-BF42-17EE47C37B4D}" dt="2026-05-17T20:13:06.964" v="1219" actId="20577"/>
        <pc:sldMkLst>
          <pc:docMk/>
          <pc:sldMk cId="3386984928" sldId="336"/>
        </pc:sldMkLst>
        <pc:spChg chg="mod">
          <ac:chgData name="Steven Fox" userId="40a717fc7fcd7e40" providerId="LiveId" clId="{373ACA29-D598-4B53-BF42-17EE47C37B4D}" dt="2026-05-17T18:40:37.742" v="415" actId="20577"/>
          <ac:spMkLst>
            <pc:docMk/>
            <pc:sldMk cId="3386984928" sldId="336"/>
            <ac:spMk id="2" creationId="{3F53EF26-57FF-8B19-9042-62E08E507FC7}"/>
          </ac:spMkLst>
        </pc:spChg>
        <pc:spChg chg="add mod">
          <ac:chgData name="Steven Fox" userId="40a717fc7fcd7e40" providerId="LiveId" clId="{373ACA29-D598-4B53-BF42-17EE47C37B4D}" dt="2026-05-17T18:43:51.157" v="453" actId="14100"/>
          <ac:spMkLst>
            <pc:docMk/>
            <pc:sldMk cId="3386984928" sldId="336"/>
            <ac:spMk id="3" creationId="{62B1A0CC-6767-6775-ABDC-41555CBB5DB1}"/>
          </ac:spMkLst>
        </pc:spChg>
        <pc:spChg chg="mod">
          <ac:chgData name="Steven Fox" userId="40a717fc7fcd7e40" providerId="LiveId" clId="{373ACA29-D598-4B53-BF42-17EE47C37B4D}" dt="2026-05-17T20:13:06.964" v="1219" actId="20577"/>
          <ac:spMkLst>
            <pc:docMk/>
            <pc:sldMk cId="3386984928" sldId="336"/>
            <ac:spMk id="4" creationId="{FECB137D-167C-F5E2-D75C-33D13992F369}"/>
          </ac:spMkLst>
        </pc:spChg>
        <pc:spChg chg="mod">
          <ac:chgData name="Steven Fox" userId="40a717fc7fcd7e40" providerId="LiveId" clId="{373ACA29-D598-4B53-BF42-17EE47C37B4D}" dt="2026-05-17T20:08:26.806" v="1130" actId="208"/>
          <ac:spMkLst>
            <pc:docMk/>
            <pc:sldMk cId="3386984928" sldId="336"/>
            <ac:spMk id="6" creationId="{32ABE351-EBF8-4728-F52E-DE8A097E2399}"/>
          </ac:spMkLst>
        </pc:spChg>
        <pc:spChg chg="add del mod">
          <ac:chgData name="Steven Fox" userId="40a717fc7fcd7e40" providerId="LiveId" clId="{373ACA29-D598-4B53-BF42-17EE47C37B4D}" dt="2026-05-17T18:43:05.220" v="443"/>
          <ac:spMkLst>
            <pc:docMk/>
            <pc:sldMk cId="3386984928" sldId="336"/>
            <ac:spMk id="11" creationId="{A1C2B86F-EC77-AE90-4FF3-629971FBE7A6}"/>
          </ac:spMkLst>
        </pc:spChg>
        <pc:spChg chg="add del mod">
          <ac:chgData name="Steven Fox" userId="40a717fc7fcd7e40" providerId="LiveId" clId="{373ACA29-D598-4B53-BF42-17EE47C37B4D}" dt="2026-05-17T18:41:52.489" v="427" actId="478"/>
          <ac:spMkLst>
            <pc:docMk/>
            <pc:sldMk cId="3386984928" sldId="336"/>
            <ac:spMk id="12" creationId="{4774C108-C9EE-143C-4B1F-8378BE78F089}"/>
          </ac:spMkLst>
        </pc:spChg>
        <pc:spChg chg="add mod">
          <ac:chgData name="Steven Fox" userId="40a717fc7fcd7e40" providerId="LiveId" clId="{373ACA29-D598-4B53-BF42-17EE47C37B4D}" dt="2026-05-17T18:46:29.348" v="500" actId="1037"/>
          <ac:spMkLst>
            <pc:docMk/>
            <pc:sldMk cId="3386984928" sldId="336"/>
            <ac:spMk id="17" creationId="{F43936DD-60CA-3112-15CF-FA7C125B9A45}"/>
          </ac:spMkLst>
        </pc:spChg>
        <pc:spChg chg="mod">
          <ac:chgData name="Steven Fox" userId="40a717fc7fcd7e40" providerId="LiveId" clId="{373ACA29-D598-4B53-BF42-17EE47C37B4D}" dt="2026-05-17T18:42:54.061" v="439" actId="14100"/>
          <ac:spMkLst>
            <pc:docMk/>
            <pc:sldMk cId="3386984928" sldId="336"/>
            <ac:spMk id="19" creationId="{FC6DDC41-7F50-96E0-8758-4D1B2DC5E8C7}"/>
          </ac:spMkLst>
        </pc:spChg>
        <pc:graphicFrameChg chg="del">
          <ac:chgData name="Steven Fox" userId="40a717fc7fcd7e40" providerId="LiveId" clId="{373ACA29-D598-4B53-BF42-17EE47C37B4D}" dt="2026-05-17T18:41:14.853" v="422" actId="478"/>
          <ac:graphicFrameMkLst>
            <pc:docMk/>
            <pc:sldMk cId="3386984928" sldId="336"/>
            <ac:graphicFrameMk id="5" creationId="{A029A050-5E35-861F-5BC5-BB6FEF334330}"/>
          </ac:graphicFrameMkLst>
        </pc:graphicFrameChg>
        <pc:graphicFrameChg chg="add mod">
          <ac:chgData name="Steven Fox" userId="40a717fc7fcd7e40" providerId="LiveId" clId="{373ACA29-D598-4B53-BF42-17EE47C37B4D}" dt="2026-05-17T18:43:28.274" v="447" actId="14100"/>
          <ac:graphicFrameMkLst>
            <pc:docMk/>
            <pc:sldMk cId="3386984928" sldId="336"/>
            <ac:graphicFrameMk id="10" creationId="{D70A85A0-5C1E-1121-FA4C-89F31A103EDB}"/>
          </ac:graphicFrameMkLst>
        </pc:graphicFrameChg>
        <pc:picChg chg="add mod ord">
          <ac:chgData name="Steven Fox" userId="40a717fc7fcd7e40" providerId="LiveId" clId="{373ACA29-D598-4B53-BF42-17EE47C37B4D}" dt="2026-05-17T18:45:29.380" v="474" actId="1076"/>
          <ac:picMkLst>
            <pc:docMk/>
            <pc:sldMk cId="3386984928" sldId="336"/>
            <ac:picMk id="7" creationId="{9D8307AA-48A8-F176-227A-24C0CE9E289B}"/>
          </ac:picMkLst>
        </pc:picChg>
        <pc:picChg chg="add mod ord modCrop">
          <ac:chgData name="Steven Fox" userId="40a717fc7fcd7e40" providerId="LiveId" clId="{373ACA29-D598-4B53-BF42-17EE47C37B4D}" dt="2026-05-17T18:49:00.931" v="708" actId="732"/>
          <ac:picMkLst>
            <pc:docMk/>
            <pc:sldMk cId="3386984928" sldId="336"/>
            <ac:picMk id="9" creationId="{ED2320B6-A88F-9BE8-4175-D70931D680AB}"/>
          </ac:picMkLst>
        </pc:picChg>
        <pc:picChg chg="add del mod">
          <ac:chgData name="Steven Fox" userId="40a717fc7fcd7e40" providerId="LiveId" clId="{373ACA29-D598-4B53-BF42-17EE47C37B4D}" dt="2026-05-17T18:43:05.211" v="441" actId="478"/>
          <ac:picMkLst>
            <pc:docMk/>
            <pc:sldMk cId="3386984928" sldId="336"/>
            <ac:picMk id="13" creationId="{34F7AF24-6D49-4702-15F6-84B2FC0E6075}"/>
          </ac:picMkLst>
        </pc:picChg>
        <pc:picChg chg="add mod">
          <ac:chgData name="Steven Fox" userId="40a717fc7fcd7e40" providerId="LiveId" clId="{373ACA29-D598-4B53-BF42-17EE47C37B4D}" dt="2026-05-17T18:46:21.362" v="496" actId="1076"/>
          <ac:picMkLst>
            <pc:docMk/>
            <pc:sldMk cId="3386984928" sldId="336"/>
            <ac:picMk id="15" creationId="{AA8E386A-7AAA-2E8B-1CD9-B38790804709}"/>
          </ac:picMkLst>
        </pc:picChg>
      </pc:sldChg>
      <pc:sldChg chg="addSp delSp modSp add mod delAnim">
        <pc:chgData name="Steven Fox" userId="40a717fc7fcd7e40" providerId="LiveId" clId="{373ACA29-D598-4B53-BF42-17EE47C37B4D}" dt="2026-05-17T20:08:35.946" v="1132" actId="208"/>
        <pc:sldMkLst>
          <pc:docMk/>
          <pc:sldMk cId="807927983" sldId="337"/>
        </pc:sldMkLst>
        <pc:spChg chg="mod">
          <ac:chgData name="Steven Fox" userId="40a717fc7fcd7e40" providerId="LiveId" clId="{373ACA29-D598-4B53-BF42-17EE47C37B4D}" dt="2026-05-17T18:54:30.262" v="775" actId="20577"/>
          <ac:spMkLst>
            <pc:docMk/>
            <pc:sldMk cId="807927983" sldId="337"/>
            <ac:spMk id="2" creationId="{7E0E53DD-DCA5-9FCA-4C2C-913D46A41F72}"/>
          </ac:spMkLst>
        </pc:spChg>
        <pc:spChg chg="del">
          <ac:chgData name="Steven Fox" userId="40a717fc7fcd7e40" providerId="LiveId" clId="{373ACA29-D598-4B53-BF42-17EE47C37B4D}" dt="2026-05-17T18:55:28.560" v="806" actId="478"/>
          <ac:spMkLst>
            <pc:docMk/>
            <pc:sldMk cId="807927983" sldId="337"/>
            <ac:spMk id="3" creationId="{4DB75AB4-71E4-8F0E-9AF3-D919D3D5DF46}"/>
          </ac:spMkLst>
        </pc:spChg>
        <pc:spChg chg="mod">
          <ac:chgData name="Steven Fox" userId="40a717fc7fcd7e40" providerId="LiveId" clId="{373ACA29-D598-4B53-BF42-17EE47C37B4D}" dt="2026-05-17T19:01:19.100" v="855" actId="20577"/>
          <ac:spMkLst>
            <pc:docMk/>
            <pc:sldMk cId="807927983" sldId="337"/>
            <ac:spMk id="4" creationId="{5CDDFFC8-4115-B085-7B2F-FBE97648529B}"/>
          </ac:spMkLst>
        </pc:spChg>
        <pc:spChg chg="mod">
          <ac:chgData name="Steven Fox" userId="40a717fc7fcd7e40" providerId="LiveId" clId="{373ACA29-D598-4B53-BF42-17EE47C37B4D}" dt="2026-05-17T20:08:35.946" v="1132" actId="208"/>
          <ac:spMkLst>
            <pc:docMk/>
            <pc:sldMk cId="807927983" sldId="337"/>
            <ac:spMk id="6" creationId="{D2DBEFE4-EC79-F655-00E2-42551E655476}"/>
          </ac:spMkLst>
        </pc:spChg>
        <pc:spChg chg="del">
          <ac:chgData name="Steven Fox" userId="40a717fc7fcd7e40" providerId="LiveId" clId="{373ACA29-D598-4B53-BF42-17EE47C37B4D}" dt="2026-05-17T18:55:30.309" v="807" actId="478"/>
          <ac:spMkLst>
            <pc:docMk/>
            <pc:sldMk cId="807927983" sldId="337"/>
            <ac:spMk id="17" creationId="{2ADFA522-0938-2779-185B-FC91A972290E}"/>
          </ac:spMkLst>
        </pc:spChg>
        <pc:spChg chg="mod">
          <ac:chgData name="Steven Fox" userId="40a717fc7fcd7e40" providerId="LiveId" clId="{373ACA29-D598-4B53-BF42-17EE47C37B4D}" dt="2026-05-17T19:02:06.080" v="948" actId="1076"/>
          <ac:spMkLst>
            <pc:docMk/>
            <pc:sldMk cId="807927983" sldId="337"/>
            <ac:spMk id="19" creationId="{50BCAB87-B624-8017-46FA-53AAFE3623D1}"/>
          </ac:spMkLst>
        </pc:spChg>
        <pc:graphicFrameChg chg="add mod">
          <ac:chgData name="Steven Fox" userId="40a717fc7fcd7e40" providerId="LiveId" clId="{373ACA29-D598-4B53-BF42-17EE47C37B4D}" dt="2026-05-17T19:00:47.958" v="829" actId="403"/>
          <ac:graphicFrameMkLst>
            <pc:docMk/>
            <pc:sldMk cId="807927983" sldId="337"/>
            <ac:graphicFrameMk id="5" creationId="{BC499747-33AF-3A24-3A7F-03F8797658CE}"/>
          </ac:graphicFrameMkLst>
        </pc:graphicFrameChg>
        <pc:graphicFrameChg chg="del">
          <ac:chgData name="Steven Fox" userId="40a717fc7fcd7e40" providerId="LiveId" clId="{373ACA29-D598-4B53-BF42-17EE47C37B4D}" dt="2026-05-17T18:55:25.696" v="804" actId="478"/>
          <ac:graphicFrameMkLst>
            <pc:docMk/>
            <pc:sldMk cId="807927983" sldId="337"/>
            <ac:graphicFrameMk id="10" creationId="{F12D4F2C-9DE4-0034-1124-2DCC150BCB59}"/>
          </ac:graphicFrameMkLst>
        </pc:graphicFrameChg>
        <pc:picChg chg="del">
          <ac:chgData name="Steven Fox" userId="40a717fc7fcd7e40" providerId="LiveId" clId="{373ACA29-D598-4B53-BF42-17EE47C37B4D}" dt="2026-05-17T18:55:30.936" v="808" actId="478"/>
          <ac:picMkLst>
            <pc:docMk/>
            <pc:sldMk cId="807927983" sldId="337"/>
            <ac:picMk id="7" creationId="{80136A60-0001-D594-99A7-3D9556122FFC}"/>
          </ac:picMkLst>
        </pc:picChg>
        <pc:picChg chg="del">
          <ac:chgData name="Steven Fox" userId="40a717fc7fcd7e40" providerId="LiveId" clId="{373ACA29-D598-4B53-BF42-17EE47C37B4D}" dt="2026-05-17T18:55:23.177" v="803" actId="478"/>
          <ac:picMkLst>
            <pc:docMk/>
            <pc:sldMk cId="807927983" sldId="337"/>
            <ac:picMk id="9" creationId="{1FB8CDF3-6B30-4B55-DA28-71107808E9AE}"/>
          </ac:picMkLst>
        </pc:picChg>
        <pc:picChg chg="add mod ord modCrop">
          <ac:chgData name="Steven Fox" userId="40a717fc7fcd7e40" providerId="LiveId" clId="{373ACA29-D598-4B53-BF42-17EE47C37B4D}" dt="2026-05-17T19:02:48.192" v="955" actId="732"/>
          <ac:picMkLst>
            <pc:docMk/>
            <pc:sldMk cId="807927983" sldId="337"/>
            <ac:picMk id="12" creationId="{B577659D-1254-50D5-F19B-FFDFF80AB06E}"/>
          </ac:picMkLst>
        </pc:picChg>
        <pc:picChg chg="del">
          <ac:chgData name="Steven Fox" userId="40a717fc7fcd7e40" providerId="LiveId" clId="{373ACA29-D598-4B53-BF42-17EE47C37B4D}" dt="2026-05-17T18:55:28.003" v="805" actId="478"/>
          <ac:picMkLst>
            <pc:docMk/>
            <pc:sldMk cId="807927983" sldId="337"/>
            <ac:picMk id="15" creationId="{FC1BD448-EDD0-8C58-C44B-FDED727C7DD1}"/>
          </ac:picMkLst>
        </pc:picChg>
      </pc:sldChg>
      <pc:sldChg chg="addSp delSp modSp add mod">
        <pc:chgData name="Steven Fox" userId="40a717fc7fcd7e40" providerId="LiveId" clId="{373ACA29-D598-4B53-BF42-17EE47C37B4D}" dt="2026-05-17T20:10:45.043" v="1149" actId="1076"/>
        <pc:sldMkLst>
          <pc:docMk/>
          <pc:sldMk cId="3045686276" sldId="338"/>
        </pc:sldMkLst>
        <pc:spChg chg="mod">
          <ac:chgData name="Steven Fox" userId="40a717fc7fcd7e40" providerId="LiveId" clId="{373ACA29-D598-4B53-BF42-17EE47C37B4D}" dt="2026-05-17T19:03:48.618" v="1011" actId="20577"/>
          <ac:spMkLst>
            <pc:docMk/>
            <pc:sldMk cId="3045686276" sldId="338"/>
            <ac:spMk id="2" creationId="{A9FAD7E8-DD17-F54F-CF56-EE1BAEC223E8}"/>
          </ac:spMkLst>
        </pc:spChg>
        <pc:spChg chg="add mod">
          <ac:chgData name="Steven Fox" userId="40a717fc7fcd7e40" providerId="LiveId" clId="{373ACA29-D598-4B53-BF42-17EE47C37B4D}" dt="2026-05-17T20:06:39.048" v="1115" actId="208"/>
          <ac:spMkLst>
            <pc:docMk/>
            <pc:sldMk cId="3045686276" sldId="338"/>
            <ac:spMk id="3" creationId="{07B481F3-7490-6F86-1702-695CCECBEABC}"/>
          </ac:spMkLst>
        </pc:spChg>
        <pc:spChg chg="mod">
          <ac:chgData name="Steven Fox" userId="40a717fc7fcd7e40" providerId="LiveId" clId="{373ACA29-D598-4B53-BF42-17EE47C37B4D}" dt="2026-05-17T20:03:47.324" v="1056" actId="20577"/>
          <ac:spMkLst>
            <pc:docMk/>
            <pc:sldMk cId="3045686276" sldId="338"/>
            <ac:spMk id="4" creationId="{CAFB2E42-6C1D-4088-1395-D8998185CDB1}"/>
          </ac:spMkLst>
        </pc:spChg>
        <pc:spChg chg="mod">
          <ac:chgData name="Steven Fox" userId="40a717fc7fcd7e40" providerId="LiveId" clId="{373ACA29-D598-4B53-BF42-17EE47C37B4D}" dt="2026-05-17T20:08:00.438" v="1123" actId="207"/>
          <ac:spMkLst>
            <pc:docMk/>
            <pc:sldMk cId="3045686276" sldId="338"/>
            <ac:spMk id="6" creationId="{B1A15453-700B-A931-3AE8-AF83EE9BB09A}"/>
          </ac:spMkLst>
        </pc:spChg>
        <pc:spChg chg="add mod">
          <ac:chgData name="Steven Fox" userId="40a717fc7fcd7e40" providerId="LiveId" clId="{373ACA29-D598-4B53-BF42-17EE47C37B4D}" dt="2026-05-17T20:05:41.304" v="1079" actId="2711"/>
          <ac:spMkLst>
            <pc:docMk/>
            <pc:sldMk cId="3045686276" sldId="338"/>
            <ac:spMk id="7" creationId="{61EB21BA-35E0-1438-B35C-FE74F9F56485}"/>
          </ac:spMkLst>
        </pc:spChg>
        <pc:spChg chg="add mod">
          <ac:chgData name="Steven Fox" userId="40a717fc7fcd7e40" providerId="LiveId" clId="{373ACA29-D598-4B53-BF42-17EE47C37B4D}" dt="2026-05-17T20:06:14.187" v="1092" actId="1035"/>
          <ac:spMkLst>
            <pc:docMk/>
            <pc:sldMk cId="3045686276" sldId="338"/>
            <ac:spMk id="9" creationId="{1D99EE97-4467-7318-F210-20D5B2B25D29}"/>
          </ac:spMkLst>
        </pc:spChg>
        <pc:spChg chg="add mod">
          <ac:chgData name="Steven Fox" userId="40a717fc7fcd7e40" providerId="LiveId" clId="{373ACA29-D598-4B53-BF42-17EE47C37B4D}" dt="2026-05-17T20:06:25.267" v="1109" actId="1035"/>
          <ac:spMkLst>
            <pc:docMk/>
            <pc:sldMk cId="3045686276" sldId="338"/>
            <ac:spMk id="10" creationId="{3BEF43EC-A45F-FCC1-0E38-C432791FBFE5}"/>
          </ac:spMkLst>
        </pc:spChg>
        <pc:spChg chg="mod">
          <ac:chgData name="Steven Fox" userId="40a717fc7fcd7e40" providerId="LiveId" clId="{373ACA29-D598-4B53-BF42-17EE47C37B4D}" dt="2026-05-17T20:06:38.665" v="1114" actId="208"/>
          <ac:spMkLst>
            <pc:docMk/>
            <pc:sldMk cId="3045686276" sldId="338"/>
            <ac:spMk id="11" creationId="{9470D6C4-1385-A72C-7A58-BB681FB21D56}"/>
          </ac:spMkLst>
        </pc:spChg>
        <pc:spChg chg="add mod">
          <ac:chgData name="Steven Fox" userId="40a717fc7fcd7e40" providerId="LiveId" clId="{373ACA29-D598-4B53-BF42-17EE47C37B4D}" dt="2026-05-17T20:05:41.304" v="1079" actId="2711"/>
          <ac:spMkLst>
            <pc:docMk/>
            <pc:sldMk cId="3045686276" sldId="338"/>
            <ac:spMk id="13" creationId="{6F22728B-1AF2-336C-448B-F7E9456A838C}"/>
          </ac:spMkLst>
        </pc:spChg>
        <pc:spChg chg="add mod">
          <ac:chgData name="Steven Fox" userId="40a717fc7fcd7e40" providerId="LiveId" clId="{373ACA29-D598-4B53-BF42-17EE47C37B4D}" dt="2026-05-17T20:06:14.187" v="1092" actId="1035"/>
          <ac:spMkLst>
            <pc:docMk/>
            <pc:sldMk cId="3045686276" sldId="338"/>
            <ac:spMk id="14" creationId="{394FB0C7-665C-FCD3-A772-F6446405F37C}"/>
          </ac:spMkLst>
        </pc:spChg>
        <pc:spChg chg="add mod">
          <ac:chgData name="Steven Fox" userId="40a717fc7fcd7e40" providerId="LiveId" clId="{373ACA29-D598-4B53-BF42-17EE47C37B4D}" dt="2026-05-17T20:06:25.267" v="1109" actId="1035"/>
          <ac:spMkLst>
            <pc:docMk/>
            <pc:sldMk cId="3045686276" sldId="338"/>
            <ac:spMk id="15" creationId="{B003E9E5-911D-0058-25D0-A6BCADDC1853}"/>
          </ac:spMkLst>
        </pc:spChg>
        <pc:spChg chg="mod">
          <ac:chgData name="Steven Fox" userId="40a717fc7fcd7e40" providerId="LiveId" clId="{373ACA29-D598-4B53-BF42-17EE47C37B4D}" dt="2026-05-17T20:06:38.288" v="1113" actId="208"/>
          <ac:spMkLst>
            <pc:docMk/>
            <pc:sldMk cId="3045686276" sldId="338"/>
            <ac:spMk id="16" creationId="{574F5179-611E-8411-6CD8-5AB305678658}"/>
          </ac:spMkLst>
        </pc:spChg>
        <pc:spChg chg="add mod">
          <ac:chgData name="Steven Fox" userId="40a717fc7fcd7e40" providerId="LiveId" clId="{373ACA29-D598-4B53-BF42-17EE47C37B4D}" dt="2026-05-17T20:05:41.304" v="1079" actId="2711"/>
          <ac:spMkLst>
            <pc:docMk/>
            <pc:sldMk cId="3045686276" sldId="338"/>
            <ac:spMk id="17" creationId="{1504C901-CF9C-B990-AE9C-5A8F7B6BF382}"/>
          </ac:spMkLst>
        </pc:spChg>
        <pc:spChg chg="add mod">
          <ac:chgData name="Steven Fox" userId="40a717fc7fcd7e40" providerId="LiveId" clId="{373ACA29-D598-4B53-BF42-17EE47C37B4D}" dt="2026-05-17T20:06:14.187" v="1092" actId="1035"/>
          <ac:spMkLst>
            <pc:docMk/>
            <pc:sldMk cId="3045686276" sldId="338"/>
            <ac:spMk id="18" creationId="{62530CA5-958C-03EA-B084-4BD52DCD5132}"/>
          </ac:spMkLst>
        </pc:spChg>
        <pc:spChg chg="del">
          <ac:chgData name="Steven Fox" userId="40a717fc7fcd7e40" providerId="LiveId" clId="{373ACA29-D598-4B53-BF42-17EE47C37B4D}" dt="2026-05-17T19:04:32.058" v="1015" actId="478"/>
          <ac:spMkLst>
            <pc:docMk/>
            <pc:sldMk cId="3045686276" sldId="338"/>
            <ac:spMk id="19" creationId="{BED73DEE-7EB5-0E27-4D97-E0631D0B47DC}"/>
          </ac:spMkLst>
        </pc:spChg>
        <pc:spChg chg="add mod">
          <ac:chgData name="Steven Fox" userId="40a717fc7fcd7e40" providerId="LiveId" clId="{373ACA29-D598-4B53-BF42-17EE47C37B4D}" dt="2026-05-17T20:06:25.267" v="1109" actId="1035"/>
          <ac:spMkLst>
            <pc:docMk/>
            <pc:sldMk cId="3045686276" sldId="338"/>
            <ac:spMk id="20" creationId="{4BB89F2F-2605-4EE3-CD8C-57EA30DAFD62}"/>
          </ac:spMkLst>
        </pc:spChg>
        <pc:graphicFrameChg chg="del">
          <ac:chgData name="Steven Fox" userId="40a717fc7fcd7e40" providerId="LiveId" clId="{373ACA29-D598-4B53-BF42-17EE47C37B4D}" dt="2026-05-17T20:02:16.311" v="1024" actId="478"/>
          <ac:graphicFrameMkLst>
            <pc:docMk/>
            <pc:sldMk cId="3045686276" sldId="338"/>
            <ac:graphicFrameMk id="5" creationId="{6D59845B-7D6A-18A4-37CA-245DA6F4C45A}"/>
          </ac:graphicFrameMkLst>
        </pc:graphicFrameChg>
        <pc:picChg chg="del">
          <ac:chgData name="Steven Fox" userId="40a717fc7fcd7e40" providerId="LiveId" clId="{373ACA29-D598-4B53-BF42-17EE47C37B4D}" dt="2026-05-17T20:09:00.447" v="1133" actId="478"/>
          <ac:picMkLst>
            <pc:docMk/>
            <pc:sldMk cId="3045686276" sldId="338"/>
            <ac:picMk id="12" creationId="{225DDF32-4EC9-1A73-CB89-6506EA4D9819}"/>
          </ac:picMkLst>
        </pc:picChg>
        <pc:picChg chg="add del mod ord">
          <ac:chgData name="Steven Fox" userId="40a717fc7fcd7e40" providerId="LiveId" clId="{373ACA29-D598-4B53-BF42-17EE47C37B4D}" dt="2026-05-17T20:09:42.476" v="1140" actId="478"/>
          <ac:picMkLst>
            <pc:docMk/>
            <pc:sldMk cId="3045686276" sldId="338"/>
            <ac:picMk id="22" creationId="{7ADB45B1-7468-4593-3032-9C7C668AF611}"/>
          </ac:picMkLst>
        </pc:picChg>
        <pc:picChg chg="add mod ord modCrop">
          <ac:chgData name="Steven Fox" userId="40a717fc7fcd7e40" providerId="LiveId" clId="{373ACA29-D598-4B53-BF42-17EE47C37B4D}" dt="2026-05-17T20:10:45.043" v="1149" actId="1076"/>
          <ac:picMkLst>
            <pc:docMk/>
            <pc:sldMk cId="3045686276" sldId="338"/>
            <ac:picMk id="24" creationId="{AF47284C-FE99-F7DC-C16B-326C66F2A36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0a717fc7fcd7e40/DPM_Product_Mgmt/Data_Stories/Community/Community_Calls/Create_Your_First_Sports_Story_Workshop/Data_Analysis/Alec_Connel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0a717fc7fcd7e40/DPM_Product_Mgmt/Data_Stories/Community/Community_Calls/Create_Your_First_Sports_Story_Workshop/Data_Analysis/Alec_Connel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(pts)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E35-4C94-AA42-7AE2AF6157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35-4C94-AA42-7AE2AF6157C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4E35-4C94-AA42-7AE2AF6157C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35-4C94-AA42-7AE2AF6157C8}"/>
              </c:ext>
            </c:extLst>
          </c:dPt>
          <c:dPt>
            <c:idx val="4"/>
            <c:invertIfNegative val="0"/>
            <c:bubble3D val="0"/>
            <c:spPr>
              <a:solidFill>
                <a:srgbClr val="DE2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35-4C94-AA42-7AE2AF6157C8}"/>
              </c:ext>
            </c:extLst>
          </c:dPt>
          <c:dLbls>
            <c:numFmt formatCode="0.0&quot;pt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Toronto St. Patricks 1920–21</c:v>
                </c:pt>
                <c:pt idx="1">
                  <c:v>Philadelphia Flyers 1979–80</c:v>
                </c:pt>
                <c:pt idx="2">
                  <c:v>Montreal Wanderers 1917–18</c:v>
                </c:pt>
                <c:pt idx="3">
                  <c:v>Boston Bruins 1929–30</c:v>
                </c:pt>
                <c:pt idx="4">
                  <c:v>Ottawa Senators 1926–27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10.1</c:v>
                </c:pt>
                <c:pt idx="1">
                  <c:v>10.3</c:v>
                </c:pt>
                <c:pt idx="2">
                  <c:v>10.8</c:v>
                </c:pt>
                <c:pt idx="3">
                  <c:v>11.2</c:v>
                </c:pt>
                <c:pt idx="4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35-4C94-AA42-7AE2AF6157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txPr>
    <a:bodyPr/>
    <a:lstStyle/>
    <a:p>
      <a:pPr>
        <a:defRPr>
          <a:solidFill>
            <a:schemeClr val="bg1"/>
          </a:solidFill>
          <a:latin typeface="Teko" pitchFamily="2" charset="0"/>
          <a:cs typeface="Teko" pitchFamily="2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reg_season!$K$1</c:f>
              <c:strCache>
                <c:ptCount val="1"/>
                <c:pt idx="0">
                  <c:v>GAA</c:v>
                </c:pt>
              </c:strCache>
            </c:strRef>
          </c:tx>
          <c:spPr>
            <a:ln w="28575" cap="rnd">
              <a:solidFill>
                <a:srgbClr val="DE297B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accent1">
                  <a:lumMod val="10000"/>
                  <a:lumOff val="90000"/>
                  <a:alpha val="89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02-444A-A261-87CAA1C0FC9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02-444A-A261-87CAA1C0FC9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02-444A-A261-87CAA1C0FC9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02-444A-A261-87CAA1C0FC9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02-444A-A261-87CAA1C0FC9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02-444A-A261-87CAA1C0FC9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602-444A-A261-87CAA1C0FC9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02-444A-A261-87CAA1C0FC92}"/>
                </c:ext>
              </c:extLst>
            </c:dLbl>
            <c:dLbl>
              <c:idx val="8"/>
              <c:layout>
                <c:manualLayout>
                  <c:x val="7.0242702363971137E-3"/>
                  <c:y val="4.01002260066981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Teko" pitchFamily="2" charset="0"/>
                      <a:ea typeface="+mn-ea"/>
                      <a:cs typeface="Teko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602-444A-A261-87CAA1C0FC92}"/>
                </c:ext>
              </c:extLst>
            </c:dLbl>
            <c:dLbl>
              <c:idx val="9"/>
              <c:layout>
                <c:manualLayout>
                  <c:x val="0"/>
                  <c:y val="-5.34669680089308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Teko" pitchFamily="2" charset="0"/>
                      <a:ea typeface="+mn-ea"/>
                      <a:cs typeface="Teko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02-444A-A261-87CAA1C0FC92}"/>
                </c:ext>
              </c:extLst>
            </c:dLbl>
            <c:dLbl>
              <c:idx val="10"/>
              <c:layout>
                <c:manualLayout>
                  <c:x val="2.3414234121323712E-3"/>
                  <c:y val="4.90113873415199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Teko" pitchFamily="2" charset="0"/>
                      <a:ea typeface="+mn-ea"/>
                      <a:cs typeface="Teko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602-444A-A261-87CAA1C0FC92}"/>
                </c:ext>
              </c:extLst>
            </c:dLbl>
            <c:dLbl>
              <c:idx val="11"/>
              <c:layout>
                <c:manualLayout>
                  <c:x val="1.4048540472794227E-2"/>
                  <c:y val="-1.33667420022327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Teko" pitchFamily="2" charset="0"/>
                      <a:ea typeface="+mn-ea"/>
                      <a:cs typeface="Teko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02-444A-A261-87CAA1C0FC9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602-444A-A261-87CAA1C0FC9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602-444A-A261-87CAA1C0FC9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602-444A-A261-87CAA1C0FC9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602-444A-A261-87CAA1C0FC9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602-444A-A261-87CAA1C0FC9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602-444A-A261-87CAA1C0FC9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602-444A-A261-87CAA1C0FC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reg_season!$K$2:$K$20</c:f>
              <c:numCache>
                <c:formatCode>0.00</c:formatCode>
                <c:ptCount val="19"/>
                <c:pt idx="0">
                  <c:v>2.75</c:v>
                </c:pt>
                <c:pt idx="1">
                  <c:v>4.72</c:v>
                </c:pt>
                <c:pt idx="2">
                  <c:v>1.1200000000000001</c:v>
                </c:pt>
                <c:pt idx="3">
                  <c:v>1.0900000000000001</c:v>
                </c:pt>
                <c:pt idx="4">
                  <c:v>1.26</c:v>
                </c:pt>
                <c:pt idx="5">
                  <c:v>1.43</c:v>
                </c:pt>
                <c:pt idx="6">
                  <c:v>1.1399999999999999</c:v>
                </c:pt>
                <c:pt idx="7">
                  <c:v>2.14</c:v>
                </c:pt>
                <c:pt idx="8">
                  <c:v>1.1200000000000001</c:v>
                </c:pt>
                <c:pt idx="9">
                  <c:v>1.49</c:v>
                </c:pt>
                <c:pt idx="10">
                  <c:v>1.24</c:v>
                </c:pt>
                <c:pt idx="11">
                  <c:v>1.43</c:v>
                </c:pt>
                <c:pt idx="12">
                  <c:v>2.5499999999999998</c:v>
                </c:pt>
                <c:pt idx="13">
                  <c:v>3.01</c:v>
                </c:pt>
                <c:pt idx="14">
                  <c:v>2.12</c:v>
                </c:pt>
                <c:pt idx="15">
                  <c:v>2.56</c:v>
                </c:pt>
                <c:pt idx="16">
                  <c:v>3</c:v>
                </c:pt>
                <c:pt idx="17">
                  <c:v>1.86</c:v>
                </c:pt>
                <c:pt idx="18">
                  <c:v>2.21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F602-444A-A261-87CAA1C0FC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2864063"/>
        <c:axId val="1422863583"/>
      </c:lineChart>
      <c:catAx>
        <c:axId val="14228640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22863583"/>
        <c:crosses val="autoZero"/>
        <c:auto val="1"/>
        <c:lblAlgn val="ctr"/>
        <c:lblOffset val="100"/>
        <c:noMultiLvlLbl val="0"/>
      </c:catAx>
      <c:valAx>
        <c:axId val="142286358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422864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shutouts!$B$1</c:f>
              <c:strCache>
                <c:ptCount val="1"/>
                <c:pt idx="0">
                  <c:v>SHUTOUTS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E29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5-476D-A05A-EA671207170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latin typeface="Teko" pitchFamily="2" charset="0"/>
                        <a:ea typeface="+mn-ea"/>
                        <a:cs typeface="Teko" pitchFamily="2" charset="0"/>
                      </a:defRPr>
                    </a:pPr>
                    <a:fld id="{CA07CDEC-5CBF-4A63-9C20-4FA47AA4AA1B}" type="VALUE">
                      <a:rPr lang="en-US" b="1">
                        <a:solidFill>
                          <a:schemeClr val="bg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Teko" pitchFamily="2" charset="0"/>
                      <a:ea typeface="+mn-ea"/>
                      <a:cs typeface="Teko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A15-476D-A05A-EA67120717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Teko" pitchFamily="2" charset="0"/>
                    <a:ea typeface="+mn-ea"/>
                    <a:cs typeface="Teko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shutouts!$A$2:$A$6</c:f>
              <c:strCache>
                <c:ptCount val="5"/>
                <c:pt idx="0">
                  <c:v>Ottawa Senators</c:v>
                </c:pt>
                <c:pt idx="1">
                  <c:v>Montreal Canadiens</c:v>
                </c:pt>
                <c:pt idx="2">
                  <c:v>Montreal Maroons</c:v>
                </c:pt>
                <c:pt idx="3">
                  <c:v>Boston Bruins</c:v>
                </c:pt>
                <c:pt idx="4">
                  <c:v>NY Rangers</c:v>
                </c:pt>
              </c:strCache>
            </c:strRef>
          </c:cat>
          <c:val>
            <c:numRef>
              <c:f>shutouts!$B$2:$B$6</c:f>
              <c:numCache>
                <c:formatCode>General</c:formatCode>
                <c:ptCount val="5"/>
                <c:pt idx="0">
                  <c:v>28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15-476D-A05A-EA6712071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8716511"/>
        <c:axId val="18718911"/>
      </c:barChart>
      <c:catAx>
        <c:axId val="1871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Teko" pitchFamily="2" charset="0"/>
                <a:ea typeface="+mn-ea"/>
                <a:cs typeface="Teko" pitchFamily="2" charset="0"/>
              </a:defRPr>
            </a:pPr>
            <a:endParaRPr lang="en-US"/>
          </a:p>
        </c:txPr>
        <c:crossAx val="18718911"/>
        <c:crosses val="autoZero"/>
        <c:auto val="1"/>
        <c:lblAlgn val="ctr"/>
        <c:lblOffset val="100"/>
        <c:noMultiLvlLbl val="0"/>
      </c:catAx>
      <c:valAx>
        <c:axId val="187189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716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Teko" pitchFamily="2" charset="0"/>
          <a:cs typeface="Teko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52C96-47EF-4F61-9094-4C4D610C46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2CB9B-6F02-42F1-BCE7-AA77C49D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7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66713-4E60-E184-2DED-8547FB28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08355-BE05-DA81-5A9F-AEFF3D0F8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93AF0-43FA-16CE-9CAA-CDF5E7BFF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05827-3F48-F242-402A-963DA4A59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2CB9B-6F02-42F1-BCE7-AA77C49D94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99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A885D-4CEC-0D48-816C-DBE6D5B4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8AA4CDF-968C-9BA3-E63D-12B224745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718" y="3804682"/>
            <a:ext cx="3238286" cy="4028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3D54B0-45A2-A065-01AB-CCAD34178D3F}"/>
              </a:ext>
            </a:extLst>
          </p:cNvPr>
          <p:cNvSpPr txBox="1"/>
          <p:nvPr/>
        </p:nvSpPr>
        <p:spPr>
          <a:xfrm>
            <a:off x="783886" y="1545701"/>
            <a:ext cx="80971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Bebas Neue" panose="020B0606020202050201" pitchFamily="34" charset="0"/>
                <a:cs typeface="Teko" pitchFamily="2" charset="0"/>
              </a:rPr>
              <a:t>Ottawa senators: the team that broke our model.</a:t>
            </a:r>
            <a:endParaRPr sz="6000" b="1" dirty="0">
              <a:solidFill>
                <a:srgbClr val="FFFFFF"/>
              </a:solidFill>
              <a:latin typeface="Bebas Neue" panose="020B0606020202050201" pitchFamily="34" charset="0"/>
              <a:cs typeface="Teko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53649-B0B1-B398-3372-9CDCC705C06B}"/>
              </a:ext>
            </a:extLst>
          </p:cNvPr>
          <p:cNvSpPr txBox="1"/>
          <p:nvPr/>
        </p:nvSpPr>
        <p:spPr>
          <a:xfrm>
            <a:off x="1668067" y="4762460"/>
            <a:ext cx="77038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It’s the 1926–27 season. </a:t>
            </a:r>
          </a:p>
          <a:p>
            <a:endParaRPr lang="en-US" sz="32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They won far more than their goal stats suggested they should.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D0FC8-F671-7342-9BA4-E2AEC83C2090}"/>
              </a:ext>
            </a:extLst>
          </p:cNvPr>
          <p:cNvSpPr txBox="1"/>
          <p:nvPr/>
        </p:nvSpPr>
        <p:spPr>
          <a:xfrm>
            <a:off x="1326111" y="11378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Bebas Neue" panose="020B0606020202050201" pitchFamily="34" charset="0"/>
                <a:cs typeface="Teko" pitchFamily="2" charset="0"/>
              </a:rPr>
              <a:t>WITHIN THE NUMBERS SERIES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30E425-9B88-A5C2-73B9-F8C387655F3D}"/>
              </a:ext>
            </a:extLst>
          </p:cNvPr>
          <p:cNvSpPr/>
          <p:nvPr/>
        </p:nvSpPr>
        <p:spPr>
          <a:xfrm>
            <a:off x="928179" y="1099285"/>
            <a:ext cx="423333" cy="398671"/>
          </a:xfrm>
          <a:prstGeom prst="ellipse">
            <a:avLst/>
          </a:prstGeom>
          <a:solidFill>
            <a:srgbClr val="EE4238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#6</a:t>
            </a:r>
          </a:p>
        </p:txBody>
      </p:sp>
      <p:pic>
        <p:nvPicPr>
          <p:cNvPr id="33" name="Picture 3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A5B41E5-72AB-FC77-BF39-F084545D4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3" y="7878435"/>
            <a:ext cx="1600200" cy="6492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E817BD-818F-DED1-76C2-E975F9932046}"/>
              </a:ext>
            </a:extLst>
          </p:cNvPr>
          <p:cNvSpPr/>
          <p:nvPr/>
        </p:nvSpPr>
        <p:spPr>
          <a:xfrm>
            <a:off x="911703" y="3532277"/>
            <a:ext cx="7338183" cy="91440"/>
          </a:xfrm>
          <a:prstGeom prst="rect">
            <a:avLst/>
          </a:prstGeom>
          <a:solidFill>
            <a:srgbClr val="EE4238"/>
          </a:solidFill>
          <a:ln>
            <a:solidFill>
              <a:srgbClr val="EE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2650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267D7-346F-9D23-654D-12BCEBA0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D2076F8-C152-F125-6684-61DBF2EB52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5836" b="22985"/>
          <a:stretch>
            <a:fillRect/>
          </a:stretch>
        </p:blipFill>
        <p:spPr>
          <a:xfrm>
            <a:off x="0" y="3160985"/>
            <a:ext cx="9144000" cy="59830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E3B82F-4BC4-F00B-2EE6-77BE7B5CEFF7}"/>
              </a:ext>
            </a:extLst>
          </p:cNvPr>
          <p:cNvSpPr txBox="1"/>
          <p:nvPr/>
        </p:nvSpPr>
        <p:spPr>
          <a:xfrm>
            <a:off x="791660" y="2936153"/>
            <a:ext cx="76494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Gap between the Actual Result and Model is the largest across entire NHL history.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E6789-F9A8-93F3-9CA0-5F71B96A2332}"/>
              </a:ext>
            </a:extLst>
          </p:cNvPr>
          <p:cNvSpPr/>
          <p:nvPr/>
        </p:nvSpPr>
        <p:spPr>
          <a:xfrm>
            <a:off x="973116" y="2636330"/>
            <a:ext cx="6536268" cy="91440"/>
          </a:xfrm>
          <a:prstGeom prst="rect">
            <a:avLst/>
          </a:prstGeom>
          <a:solidFill>
            <a:srgbClr val="EE4238"/>
          </a:solidFill>
          <a:ln>
            <a:solidFill>
              <a:srgbClr val="EE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8CC2362-FD20-6446-D663-D0EF5EFBE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3" y="7878435"/>
            <a:ext cx="1600200" cy="649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6AE6D8-0D5A-21C1-C64E-429851193B9C}"/>
              </a:ext>
            </a:extLst>
          </p:cNvPr>
          <p:cNvSpPr txBox="1"/>
          <p:nvPr/>
        </p:nvSpPr>
        <p:spPr>
          <a:xfrm>
            <a:off x="838892" y="547167"/>
            <a:ext cx="83962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Bebas Neue" panose="020B0606020202050201" pitchFamily="34" charset="0"/>
                <a:cs typeface="Teko" pitchFamily="2" charset="0"/>
              </a:rPr>
              <a:t>They were #1 in 107 years of nhl hockey.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254C2-0D78-684B-9A53-9E1F4752396A}"/>
              </a:ext>
            </a:extLst>
          </p:cNvPr>
          <p:cNvSpPr txBox="1"/>
          <p:nvPr/>
        </p:nvSpPr>
        <p:spPr>
          <a:xfrm>
            <a:off x="838892" y="4337247"/>
            <a:ext cx="7319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ea typeface="Roboto light" panose="02000000000000000000" pitchFamily="2" charset="0"/>
                <a:cs typeface="Segoe UI Light" panose="020B0502040204020203" pitchFamily="34" charset="0"/>
              </a:rPr>
              <a:t>Predictive Model Gap – Actual Minus Predicted Points (x100)</a:t>
            </a:r>
            <a:endParaRPr lang="en-US" sz="1600" dirty="0">
              <a:latin typeface="Segoe UI Light" panose="020B0502040204020203" pitchFamily="34" charset="0"/>
              <a:ea typeface="Roboto light" panose="02000000000000000000" pitchFamily="2" charset="0"/>
              <a:cs typeface="Segoe UI Light" panose="020B0502040204020203" pitchFamily="34" charset="0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C654E663-6D88-A30E-54E6-6F3566E1F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7727346"/>
              </p:ext>
            </p:extLst>
          </p:nvPr>
        </p:nvGraphicFramePr>
        <p:xfrm>
          <a:off x="838892" y="4714406"/>
          <a:ext cx="7814041" cy="316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2915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A89A9-7D2C-2D42-92F8-0F798646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2320B6-A88F-9BE8-4175-D70931D680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91"/>
          <a:stretch>
            <a:fillRect/>
          </a:stretch>
        </p:blipFill>
        <p:spPr>
          <a:xfrm>
            <a:off x="5679317" y="3703859"/>
            <a:ext cx="3464684" cy="5440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B137D-167C-F5E2-D75C-33D13992F369}"/>
              </a:ext>
            </a:extLst>
          </p:cNvPr>
          <p:cNvSpPr txBox="1"/>
          <p:nvPr/>
        </p:nvSpPr>
        <p:spPr>
          <a:xfrm>
            <a:off x="791660" y="2936153"/>
            <a:ext cx="82099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Accounts for Goals, but </a:t>
            </a:r>
            <a:r>
              <a:rPr lang="en-US" sz="320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not goaltending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performance.</a:t>
            </a: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Alex Connell’s defense of the crease netted Ottawa the ‘26-27 Stanley Cup.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BE351-EBF8-4728-F52E-DE8A097E2399}"/>
              </a:ext>
            </a:extLst>
          </p:cNvPr>
          <p:cNvSpPr/>
          <p:nvPr/>
        </p:nvSpPr>
        <p:spPr>
          <a:xfrm>
            <a:off x="973116" y="2636330"/>
            <a:ext cx="6536268" cy="91440"/>
          </a:xfrm>
          <a:prstGeom prst="rect">
            <a:avLst/>
          </a:prstGeom>
          <a:solidFill>
            <a:srgbClr val="EE4238"/>
          </a:solidFill>
          <a:ln>
            <a:solidFill>
              <a:srgbClr val="EE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1E741AB-B4A5-12F3-F8CE-28FD0C00B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3" y="7878435"/>
            <a:ext cx="1600200" cy="649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53EF26-57FF-8B19-9042-62E08E507FC7}"/>
              </a:ext>
            </a:extLst>
          </p:cNvPr>
          <p:cNvSpPr txBox="1"/>
          <p:nvPr/>
        </p:nvSpPr>
        <p:spPr>
          <a:xfrm>
            <a:off x="838892" y="547167"/>
            <a:ext cx="83962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Bebas Neue" panose="020B0606020202050201" pitchFamily="34" charset="0"/>
                <a:cs typeface="Teko" pitchFamily="2" charset="0"/>
              </a:rPr>
              <a:t>What our predictive model didn’t see.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6DDC41-7F50-96E0-8758-4D1B2DC5E8C7}"/>
              </a:ext>
            </a:extLst>
          </p:cNvPr>
          <p:cNvSpPr txBox="1"/>
          <p:nvPr/>
        </p:nvSpPr>
        <p:spPr>
          <a:xfrm>
            <a:off x="870513" y="5094307"/>
            <a:ext cx="80375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16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Alex Connell: Strength in the Crease Elevated Ottawa beyond our Model’s Predictive Power.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B1A0CC-6767-6775-ABDC-41555CBB5DB1}"/>
              </a:ext>
            </a:extLst>
          </p:cNvPr>
          <p:cNvSpPr/>
          <p:nvPr/>
        </p:nvSpPr>
        <p:spPr>
          <a:xfrm>
            <a:off x="4234722" y="5660287"/>
            <a:ext cx="1948722" cy="2291995"/>
          </a:xfrm>
          <a:prstGeom prst="roundRect">
            <a:avLst/>
          </a:prstGeom>
          <a:solidFill>
            <a:schemeClr val="bg1">
              <a:lumMod val="7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70A85A0-5C1E-1121-FA4C-89F31A103E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8549272"/>
              </p:ext>
            </p:extLst>
          </p:nvPr>
        </p:nvGraphicFramePr>
        <p:xfrm>
          <a:off x="838892" y="5582519"/>
          <a:ext cx="7990315" cy="2549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9D8307AA-48A8-F176-227A-24C0CE9E2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636" y="5212492"/>
            <a:ext cx="2143208" cy="26659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8E386A-7AAA-2E8B-1CD9-B3879080470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4736709" y="5717509"/>
            <a:ext cx="944747" cy="9661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3936DD-60CA-3112-15CF-FA7C125B9A45}"/>
              </a:ext>
            </a:extLst>
          </p:cNvPr>
          <p:cNvSpPr txBox="1"/>
          <p:nvPr/>
        </p:nvSpPr>
        <p:spPr>
          <a:xfrm>
            <a:off x="4633260" y="6682974"/>
            <a:ext cx="1119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1926-27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8698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1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DBBEC-7699-C9C3-4571-429081C0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577659D-1254-50D5-F19B-FFDFF80AB0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33704" b="8592"/>
          <a:stretch>
            <a:fillRect/>
          </a:stretch>
        </p:blipFill>
        <p:spPr>
          <a:xfrm>
            <a:off x="3460750" y="3920066"/>
            <a:ext cx="5683250" cy="52239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DDFFC8-4115-B085-7B2F-FBE97648529B}"/>
              </a:ext>
            </a:extLst>
          </p:cNvPr>
          <p:cNvSpPr txBox="1"/>
          <p:nvPr/>
        </p:nvSpPr>
        <p:spPr>
          <a:xfrm>
            <a:off x="791660" y="2936153"/>
            <a:ext cx="82099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Our model treats every goal allowed equally. </a:t>
            </a: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Across 2 seasons, Alex Connell made 28 games disappear – no goals, no chance of losing.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BEFE4-EC79-F655-00E2-42551E655476}"/>
              </a:ext>
            </a:extLst>
          </p:cNvPr>
          <p:cNvSpPr/>
          <p:nvPr/>
        </p:nvSpPr>
        <p:spPr>
          <a:xfrm>
            <a:off x="973116" y="2636330"/>
            <a:ext cx="6536268" cy="91440"/>
          </a:xfrm>
          <a:prstGeom prst="rect">
            <a:avLst/>
          </a:prstGeom>
          <a:solidFill>
            <a:srgbClr val="EE4238"/>
          </a:solidFill>
          <a:ln>
            <a:solidFill>
              <a:srgbClr val="EE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2E48B5F-D9F7-5B25-050B-D870B72E5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3" y="7878435"/>
            <a:ext cx="1600200" cy="649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0E53DD-DCA5-9FCA-4C2C-913D46A41F72}"/>
              </a:ext>
            </a:extLst>
          </p:cNvPr>
          <p:cNvSpPr txBox="1"/>
          <p:nvPr/>
        </p:nvSpPr>
        <p:spPr>
          <a:xfrm>
            <a:off x="838892" y="547167"/>
            <a:ext cx="83962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Bebas Neue" panose="020B0606020202050201" pitchFamily="34" charset="0"/>
                <a:cs typeface="Teko" pitchFamily="2" charset="0"/>
              </a:rPr>
              <a:t>What a model built on goals can’t see.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CAB87-B624-8017-46FA-53AAFE3623D1}"/>
              </a:ext>
            </a:extLst>
          </p:cNvPr>
          <p:cNvSpPr txBox="1"/>
          <p:nvPr/>
        </p:nvSpPr>
        <p:spPr>
          <a:xfrm>
            <a:off x="877852" y="4758371"/>
            <a:ext cx="80375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16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Total Shutouts (Top 5 Teams) in ‘24-25 &amp; ‘25-26 Regular Season Play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499747-33AF-3A24-3A7F-03F8797658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457873"/>
              </p:ext>
            </p:extLst>
          </p:nvPr>
        </p:nvGraphicFramePr>
        <p:xfrm>
          <a:off x="791659" y="5109695"/>
          <a:ext cx="7683473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0792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61DFB-6900-B556-C0C0-8C3D25F2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F47284C-FE99-F7DC-C16B-326C66F2A3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50394"/>
          <a:stretch>
            <a:fillRect/>
          </a:stretch>
        </p:blipFill>
        <p:spPr>
          <a:xfrm>
            <a:off x="5143738" y="897467"/>
            <a:ext cx="4000262" cy="8246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FB2E42-6C1D-4088-1395-D8998185CDB1}"/>
              </a:ext>
            </a:extLst>
          </p:cNvPr>
          <p:cNvSpPr txBox="1"/>
          <p:nvPr/>
        </p:nvSpPr>
        <p:spPr>
          <a:xfrm>
            <a:off x="791660" y="2936153"/>
            <a:ext cx="82099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model off by 14.6 points means it found something real the dataset couldn't contain.</a:t>
            </a: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It said Ottawa should have been good. </a:t>
            </a: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data said they were something else entirely.</a:t>
            </a:r>
          </a:p>
          <a:p>
            <a:endParaRPr lang="en-US" sz="32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15453-700B-A931-3AE8-AF83EE9BB09A}"/>
              </a:ext>
            </a:extLst>
          </p:cNvPr>
          <p:cNvSpPr/>
          <p:nvPr/>
        </p:nvSpPr>
        <p:spPr>
          <a:xfrm>
            <a:off x="973116" y="2636330"/>
            <a:ext cx="6536268" cy="91440"/>
          </a:xfrm>
          <a:prstGeom prst="rect">
            <a:avLst/>
          </a:prstGeom>
          <a:solidFill>
            <a:srgbClr val="EE4238"/>
          </a:solidFill>
          <a:ln>
            <a:solidFill>
              <a:srgbClr val="EE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B6E6F3C-5F59-7348-5783-50B5ABD73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3" y="7878435"/>
            <a:ext cx="1600200" cy="649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FAD7E8-DD17-F54F-CF56-EE1BAEC223E8}"/>
              </a:ext>
            </a:extLst>
          </p:cNvPr>
          <p:cNvSpPr txBox="1"/>
          <p:nvPr/>
        </p:nvSpPr>
        <p:spPr>
          <a:xfrm>
            <a:off x="838892" y="547167"/>
            <a:ext cx="83962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Bebas Neue" panose="020B0606020202050201" pitchFamily="34" charset="0"/>
                <a:cs typeface="Teko" pitchFamily="2" charset="0"/>
              </a:rPr>
              <a:t>The gap isn’t a model failure: it’s a spotlight.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7B481F3-7490-6F86-1702-695CCECBEABC}"/>
              </a:ext>
            </a:extLst>
          </p:cNvPr>
          <p:cNvSpPr/>
          <p:nvPr/>
        </p:nvSpPr>
        <p:spPr>
          <a:xfrm>
            <a:off x="230760" y="5517928"/>
            <a:ext cx="2743200" cy="2360507"/>
          </a:xfrm>
          <a:prstGeom prst="rect">
            <a:avLst/>
          </a:prstGeom>
          <a:solidFill>
            <a:schemeClr val="tx1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EB21BA-35E0-1438-B35C-FE74F9F56485}"/>
              </a:ext>
            </a:extLst>
          </p:cNvPr>
          <p:cNvSpPr/>
          <p:nvPr/>
        </p:nvSpPr>
        <p:spPr>
          <a:xfrm>
            <a:off x="322200" y="5655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model said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D99EE97-4467-7318-F210-20D5B2B25D29}"/>
              </a:ext>
            </a:extLst>
          </p:cNvPr>
          <p:cNvSpPr/>
          <p:nvPr/>
        </p:nvSpPr>
        <p:spPr>
          <a:xfrm>
            <a:off x="322200" y="5883345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44441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Good</a:t>
            </a:r>
            <a:endParaRPr lang="en-US" sz="3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BEF43EC-A45F-FCC1-0E38-C432791FBFE5}"/>
              </a:ext>
            </a:extLst>
          </p:cNvPr>
          <p:cNvSpPr/>
          <p:nvPr/>
        </p:nvSpPr>
        <p:spPr>
          <a:xfrm>
            <a:off x="340488" y="6557293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.608 PWE  ·  .581 predicted</a:t>
            </a:r>
          </a:p>
          <a:p>
            <a:pPr marL="0" indent="0" algn="ctr">
              <a:lnSpc>
                <a:spcPct val="140000"/>
              </a:lnSpc>
              <a:buNone/>
            </a:pPr>
            <a:endParaRPr lang="en-US" sz="11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solid, competitive hockey team.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470D6C4-1385-A72C-7A58-BB681FB21D56}"/>
              </a:ext>
            </a:extLst>
          </p:cNvPr>
          <p:cNvSpPr/>
          <p:nvPr/>
        </p:nvSpPr>
        <p:spPr>
          <a:xfrm>
            <a:off x="3184272" y="5517928"/>
            <a:ext cx="2743200" cy="2360507"/>
          </a:xfrm>
          <a:prstGeom prst="rect">
            <a:avLst/>
          </a:prstGeom>
          <a:solidFill>
            <a:schemeClr val="tx1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F22728B-1AF2-336C-448B-F7E9456A838C}"/>
              </a:ext>
            </a:extLst>
          </p:cNvPr>
          <p:cNvSpPr/>
          <p:nvPr/>
        </p:nvSpPr>
        <p:spPr>
          <a:xfrm>
            <a:off x="3275712" y="5655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data says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94FB0C7-665C-FCD3-A772-F6446405F37C}"/>
              </a:ext>
            </a:extLst>
          </p:cNvPr>
          <p:cNvSpPr/>
          <p:nvPr/>
        </p:nvSpPr>
        <p:spPr>
          <a:xfrm>
            <a:off x="3275712" y="5883345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5041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Great</a:t>
            </a:r>
            <a:endParaRPr lang="en-US" sz="3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03E9E5-911D-0058-25D0-A6BCADDC1853}"/>
              </a:ext>
            </a:extLst>
          </p:cNvPr>
          <p:cNvSpPr/>
          <p:nvPr/>
        </p:nvSpPr>
        <p:spPr>
          <a:xfrm>
            <a:off x="3294000" y="6557293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.727 actual  ·  Stanley Cup</a:t>
            </a:r>
          </a:p>
          <a:p>
            <a:pPr marL="0" indent="0" algn="ctr">
              <a:lnSpc>
                <a:spcPct val="140000"/>
              </a:lnSpc>
              <a:buNone/>
            </a:pPr>
            <a:endParaRPr lang="en-US" sz="11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dynasty producing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historic goaltending.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74F5179-611E-8411-6CD8-5AB305678658}"/>
              </a:ext>
            </a:extLst>
          </p:cNvPr>
          <p:cNvSpPr/>
          <p:nvPr/>
        </p:nvSpPr>
        <p:spPr>
          <a:xfrm>
            <a:off x="6137784" y="5517928"/>
            <a:ext cx="2743200" cy="2360507"/>
          </a:xfrm>
          <a:prstGeom prst="rect">
            <a:avLst/>
          </a:prstGeom>
          <a:solidFill>
            <a:schemeClr val="tx1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504C901-CF9C-B990-AE9C-5A8F7B6BF382}"/>
              </a:ext>
            </a:extLst>
          </p:cNvPr>
          <p:cNvSpPr/>
          <p:nvPr/>
        </p:nvSpPr>
        <p:spPr>
          <a:xfrm>
            <a:off x="6229224" y="5655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lesson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2530CA5-958C-03EA-B084-4BD52DCD5132}"/>
              </a:ext>
            </a:extLst>
          </p:cNvPr>
          <p:cNvSpPr/>
          <p:nvPr/>
        </p:nvSpPr>
        <p:spPr>
          <a:xfrm>
            <a:off x="6229224" y="5883345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3C1D"/>
                </a:solidFill>
                <a:latin typeface="Segoe UI Light" panose="020B0502040204020203" pitchFamily="34" charset="0"/>
                <a:ea typeface="Calibri" pitchFamily="34" charset="-122"/>
                <a:cs typeface="Segoe UI Light" panose="020B0502040204020203" pitchFamily="34" charset="0"/>
              </a:rPr>
              <a:t>Look</a:t>
            </a:r>
            <a:endParaRPr lang="en-US" sz="3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BB89F2F-2605-4EE3-CD8C-57EA30DAFD62}"/>
              </a:ext>
            </a:extLst>
          </p:cNvPr>
          <p:cNvSpPr/>
          <p:nvPr/>
        </p:nvSpPr>
        <p:spPr>
          <a:xfrm>
            <a:off x="6247512" y="6557293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Outliers reveal what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statistics miss.</a:t>
            </a:r>
          </a:p>
          <a:p>
            <a:pPr marL="0" indent="0" algn="ctr">
              <a:lnSpc>
                <a:spcPct val="140000"/>
              </a:lnSpc>
              <a:buNone/>
            </a:pPr>
            <a:endParaRPr lang="en-US" sz="1100" dirty="0">
              <a:solidFill>
                <a:schemeClr val="bg1">
                  <a:lumMod val="7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gap pointed directly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at Alex Connell.</a:t>
            </a:r>
          </a:p>
        </p:txBody>
      </p:sp>
    </p:spTree>
    <p:extLst>
      <p:ext uri="{BB962C8B-B14F-4D97-AF65-F5344CB8AC3E}">
        <p14:creationId xmlns:p14="http://schemas.microsoft.com/office/powerpoint/2010/main" val="304568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32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51390-D8E9-5779-D1CB-6F0256CA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BA476E-A465-0ABF-7131-74733018F8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30979" r="12977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CEEDEA-7A14-5781-2F1A-FC3FB1BF5E46}"/>
              </a:ext>
            </a:extLst>
          </p:cNvPr>
          <p:cNvSpPr txBox="1"/>
          <p:nvPr/>
        </p:nvSpPr>
        <p:spPr>
          <a:xfrm>
            <a:off x="867032" y="1681511"/>
            <a:ext cx="69995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Bebas Neue" panose="020B0606020202050201" pitchFamily="34" charset="0"/>
                <a:cs typeface="Teko" pitchFamily="2" charset="0"/>
              </a:rPr>
              <a:t>We find the stories in the stats.</a:t>
            </a:r>
            <a:endParaRPr sz="6000" b="1" dirty="0">
              <a:solidFill>
                <a:srgbClr val="FFFFFF"/>
              </a:solidFill>
              <a:latin typeface="Bebas Neue" panose="020B0606020202050201" pitchFamily="34" charset="0"/>
              <a:cs typeface="Teko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B8F4-386A-5919-AEB3-FD4614A1FFC3}"/>
              </a:ext>
            </a:extLst>
          </p:cNvPr>
          <p:cNvSpPr txBox="1"/>
          <p:nvPr/>
        </p:nvSpPr>
        <p:spPr>
          <a:xfrm>
            <a:off x="883965" y="4117074"/>
            <a:ext cx="66548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Follow</a:t>
            </a:r>
            <a:r>
              <a:rPr lang="en-US" sz="4800" b="1" dirty="0">
                <a:solidFill>
                  <a:schemeClr val="bg1"/>
                </a:solidFill>
                <a:latin typeface="Teko" pitchFamily="2" charset="0"/>
                <a:cs typeface="Teko" pitchFamily="2" charset="0"/>
              </a:rPr>
              <a:t> @DataPunkMedia</a:t>
            </a:r>
          </a:p>
          <a:p>
            <a:endParaRPr lang="en-US" sz="3600" dirty="0">
              <a:solidFill>
                <a:schemeClr val="bg1"/>
              </a:solidFill>
              <a:latin typeface="Teko" pitchFamily="2" charset="0"/>
              <a:cs typeface="Teko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Full breakdown at www.datapunk.media</a:t>
            </a:r>
          </a:p>
          <a:p>
            <a:endParaRPr lang="en-US" sz="3600" dirty="0">
              <a:solidFill>
                <a:schemeClr val="bg1"/>
              </a:solidFill>
              <a:latin typeface="Teko" pitchFamily="2" charset="0"/>
              <a:cs typeface="Tek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FF0E88-170C-C7CC-2416-59CA536A75C8}"/>
              </a:ext>
            </a:extLst>
          </p:cNvPr>
          <p:cNvSpPr/>
          <p:nvPr/>
        </p:nvSpPr>
        <p:spPr>
          <a:xfrm>
            <a:off x="1002497" y="3496028"/>
            <a:ext cx="6536268" cy="91440"/>
          </a:xfrm>
          <a:prstGeom prst="rect">
            <a:avLst/>
          </a:prstGeom>
          <a:solidFill>
            <a:srgbClr val="F33F39"/>
          </a:solidFill>
          <a:ln>
            <a:solidFill>
              <a:srgbClr val="F04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3EB46E-4DA1-8BCF-D9C3-BF878CA00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3" y="7878435"/>
            <a:ext cx="1600200" cy="64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1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9929</TotalTime>
  <Words>288</Words>
  <Application>Microsoft Office PowerPoint</Application>
  <PresentationFormat>Custom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Bebas Neue</vt:lpstr>
      <vt:lpstr>Calibri</vt:lpstr>
      <vt:lpstr>Roboto light</vt:lpstr>
      <vt:lpstr>Segoe UI Light</vt:lpstr>
      <vt:lpstr>Teko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Steven Fox</dc:creator>
  <cp:keywords/>
  <dc:description>generated using python-pptx</dc:description>
  <cp:lastModifiedBy>Steven Fox</cp:lastModifiedBy>
  <cp:revision>6</cp:revision>
  <dcterms:created xsi:type="dcterms:W3CDTF">2013-01-27T09:14:16Z</dcterms:created>
  <dcterms:modified xsi:type="dcterms:W3CDTF">2026-05-18T19:32:22Z</dcterms:modified>
  <cp:category/>
</cp:coreProperties>
</file>