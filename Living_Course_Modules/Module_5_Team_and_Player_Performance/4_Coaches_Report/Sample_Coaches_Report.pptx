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788" r:id="rId2"/>
    <p:sldId id="789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964C555-DD49-4533-9717-F18D53DE7A80}" v="20" dt="2026-03-10T14:02:06.56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93" autoAdjust="0"/>
    <p:restoredTop sz="94660"/>
  </p:normalViewPr>
  <p:slideViewPr>
    <p:cSldViewPr snapToGrid="0">
      <p:cViewPr varScale="1">
        <p:scale>
          <a:sx n="120" d="100"/>
          <a:sy n="120" d="100"/>
        </p:scale>
        <p:origin x="432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teven Fox" userId="40a717fc7fcd7e40" providerId="LiveId" clId="{373ACA29-D598-4B53-BF42-17EE47C37B4D}"/>
    <pc:docChg chg="custSel addSld delSld modSld delMainMaster">
      <pc:chgData name="Steven Fox" userId="40a717fc7fcd7e40" providerId="LiveId" clId="{373ACA29-D598-4B53-BF42-17EE47C37B4D}" dt="2026-03-10T14:04:24.892" v="629" actId="20577"/>
      <pc:docMkLst>
        <pc:docMk/>
      </pc:docMkLst>
      <pc:sldChg chg="del">
        <pc:chgData name="Steven Fox" userId="40a717fc7fcd7e40" providerId="LiveId" clId="{373ACA29-D598-4B53-BF42-17EE47C37B4D}" dt="2026-03-10T13:49:48.345" v="1" actId="47"/>
        <pc:sldMkLst>
          <pc:docMk/>
          <pc:sldMk cId="1569039756" sldId="256"/>
        </pc:sldMkLst>
      </pc:sldChg>
      <pc:sldChg chg="modSp add mod">
        <pc:chgData name="Steven Fox" userId="40a717fc7fcd7e40" providerId="LiveId" clId="{373ACA29-D598-4B53-BF42-17EE47C37B4D}" dt="2026-03-10T13:50:07.026" v="51" actId="20577"/>
        <pc:sldMkLst>
          <pc:docMk/>
          <pc:sldMk cId="2309671627" sldId="788"/>
        </pc:sldMkLst>
        <pc:spChg chg="mod">
          <ac:chgData name="Steven Fox" userId="40a717fc7fcd7e40" providerId="LiveId" clId="{373ACA29-D598-4B53-BF42-17EE47C37B4D}" dt="2026-03-10T13:50:07.026" v="51" actId="20577"/>
          <ac:spMkLst>
            <pc:docMk/>
            <pc:sldMk cId="2309671627" sldId="788"/>
            <ac:spMk id="5" creationId="{2E00672F-6DD4-90E8-15F4-2ACD32B828BA}"/>
          </ac:spMkLst>
        </pc:spChg>
      </pc:sldChg>
      <pc:sldChg chg="addSp delSp modSp new mod modClrScheme chgLayout">
        <pc:chgData name="Steven Fox" userId="40a717fc7fcd7e40" providerId="LiveId" clId="{373ACA29-D598-4B53-BF42-17EE47C37B4D}" dt="2026-03-10T14:04:24.892" v="629" actId="20577"/>
        <pc:sldMkLst>
          <pc:docMk/>
          <pc:sldMk cId="3312925399" sldId="789"/>
        </pc:sldMkLst>
        <pc:spChg chg="add mod">
          <ac:chgData name="Steven Fox" userId="40a717fc7fcd7e40" providerId="LiveId" clId="{373ACA29-D598-4B53-BF42-17EE47C37B4D}" dt="2026-03-10T13:56:30.122" v="215" actId="5793"/>
          <ac:spMkLst>
            <pc:docMk/>
            <pc:sldMk cId="3312925399" sldId="789"/>
            <ac:spMk id="2" creationId="{591584D2-D69A-9162-8777-3F4345EC0FAC}"/>
          </ac:spMkLst>
        </pc:spChg>
        <pc:spChg chg="add del mod">
          <ac:chgData name="Steven Fox" userId="40a717fc7fcd7e40" providerId="LiveId" clId="{373ACA29-D598-4B53-BF42-17EE47C37B4D}" dt="2026-03-10T13:51:08.221" v="132" actId="478"/>
          <ac:spMkLst>
            <pc:docMk/>
            <pc:sldMk cId="3312925399" sldId="789"/>
            <ac:spMk id="3" creationId="{A648DE1E-C4EB-2BD1-A12C-D52329C7E094}"/>
          </ac:spMkLst>
        </pc:spChg>
        <pc:spChg chg="add mod">
          <ac:chgData name="Steven Fox" userId="40a717fc7fcd7e40" providerId="LiveId" clId="{373ACA29-D598-4B53-BF42-17EE47C37B4D}" dt="2026-03-10T13:56:08.385" v="171" actId="208"/>
          <ac:spMkLst>
            <pc:docMk/>
            <pc:sldMk cId="3312925399" sldId="789"/>
            <ac:spMk id="5" creationId="{43755C89-C40B-2802-7ECF-E2CD02E9F049}"/>
          </ac:spMkLst>
        </pc:spChg>
        <pc:spChg chg="add mod">
          <ac:chgData name="Steven Fox" userId="40a717fc7fcd7e40" providerId="LiveId" clId="{373ACA29-D598-4B53-BF42-17EE47C37B4D}" dt="2026-03-10T13:57:01.283" v="292" actId="208"/>
          <ac:spMkLst>
            <pc:docMk/>
            <pc:sldMk cId="3312925399" sldId="789"/>
            <ac:spMk id="6" creationId="{7AB872E6-E7DA-A2BE-6BD1-F72505551C89}"/>
          </ac:spMkLst>
        </pc:spChg>
        <pc:spChg chg="add mod">
          <ac:chgData name="Steven Fox" userId="40a717fc7fcd7e40" providerId="LiveId" clId="{373ACA29-D598-4B53-BF42-17EE47C37B4D}" dt="2026-03-10T13:57:29.432" v="298" actId="1038"/>
          <ac:spMkLst>
            <pc:docMk/>
            <pc:sldMk cId="3312925399" sldId="789"/>
            <ac:spMk id="9" creationId="{B6DD0BC6-D0B8-0F71-71A8-2957A5F788FE}"/>
          </ac:spMkLst>
        </pc:spChg>
        <pc:spChg chg="add mod">
          <ac:chgData name="Steven Fox" userId="40a717fc7fcd7e40" providerId="LiveId" clId="{373ACA29-D598-4B53-BF42-17EE47C37B4D}" dt="2026-03-10T13:59:25.448" v="446" actId="20577"/>
          <ac:spMkLst>
            <pc:docMk/>
            <pc:sldMk cId="3312925399" sldId="789"/>
            <ac:spMk id="10" creationId="{CEF83535-4D6C-D94D-4724-7077BEE81BF8}"/>
          </ac:spMkLst>
        </pc:spChg>
        <pc:spChg chg="add mod">
          <ac:chgData name="Steven Fox" userId="40a717fc7fcd7e40" providerId="LiveId" clId="{373ACA29-D598-4B53-BF42-17EE47C37B4D}" dt="2026-03-10T13:58:41.753" v="436" actId="1035"/>
          <ac:spMkLst>
            <pc:docMk/>
            <pc:sldMk cId="3312925399" sldId="789"/>
            <ac:spMk id="13" creationId="{8D761EFC-AA84-2213-A37F-2E5010F67FC5}"/>
          </ac:spMkLst>
        </pc:spChg>
        <pc:spChg chg="add mod">
          <ac:chgData name="Steven Fox" userId="40a717fc7fcd7e40" providerId="LiveId" clId="{373ACA29-D598-4B53-BF42-17EE47C37B4D}" dt="2026-03-10T13:58:54.375" v="441" actId="1036"/>
          <ac:spMkLst>
            <pc:docMk/>
            <pc:sldMk cId="3312925399" sldId="789"/>
            <ac:spMk id="14" creationId="{E238C18A-109B-99FF-109F-3EF115515097}"/>
          </ac:spMkLst>
        </pc:spChg>
        <pc:spChg chg="add mod">
          <ac:chgData name="Steven Fox" userId="40a717fc7fcd7e40" providerId="LiveId" clId="{373ACA29-D598-4B53-BF42-17EE47C37B4D}" dt="2026-03-10T14:01:22.881" v="450" actId="1038"/>
          <ac:spMkLst>
            <pc:docMk/>
            <pc:sldMk cId="3312925399" sldId="789"/>
            <ac:spMk id="19" creationId="{77D359E2-46AC-A61A-E33E-A7C4E74C1C99}"/>
          </ac:spMkLst>
        </pc:spChg>
        <pc:spChg chg="add mod">
          <ac:chgData name="Steven Fox" userId="40a717fc7fcd7e40" providerId="LiveId" clId="{373ACA29-D598-4B53-BF42-17EE47C37B4D}" dt="2026-03-10T14:04:24.892" v="629" actId="20577"/>
          <ac:spMkLst>
            <pc:docMk/>
            <pc:sldMk cId="3312925399" sldId="789"/>
            <ac:spMk id="25" creationId="{558849C4-853C-7FF8-EEC5-324A5749BC68}"/>
          </ac:spMkLst>
        </pc:spChg>
        <pc:graphicFrameChg chg="add mod modGraphic">
          <ac:chgData name="Steven Fox" userId="40a717fc7fcd7e40" providerId="LiveId" clId="{373ACA29-D598-4B53-BF42-17EE47C37B4D}" dt="2026-03-10T13:55:33.998" v="166" actId="572"/>
          <ac:graphicFrameMkLst>
            <pc:docMk/>
            <pc:sldMk cId="3312925399" sldId="789"/>
            <ac:graphicFrameMk id="4" creationId="{8C7D0BC8-71D3-A2D0-7FB0-4E6E34391108}"/>
          </ac:graphicFrameMkLst>
        </pc:graphicFrameChg>
        <pc:cxnChg chg="add mod">
          <ac:chgData name="Steven Fox" userId="40a717fc7fcd7e40" providerId="LiveId" clId="{373ACA29-D598-4B53-BF42-17EE47C37B4D}" dt="2026-03-10T13:57:13.050" v="294" actId="208"/>
          <ac:cxnSpMkLst>
            <pc:docMk/>
            <pc:sldMk cId="3312925399" sldId="789"/>
            <ac:cxnSpMk id="8" creationId="{BFCA5B99-9A90-1446-D89D-D9334193BE97}"/>
          </ac:cxnSpMkLst>
        </pc:cxnChg>
        <pc:cxnChg chg="add mod">
          <ac:chgData name="Steven Fox" userId="40a717fc7fcd7e40" providerId="LiveId" clId="{373ACA29-D598-4B53-BF42-17EE47C37B4D}" dt="2026-03-10T13:59:25.448" v="446" actId="20577"/>
          <ac:cxnSpMkLst>
            <pc:docMk/>
            <pc:sldMk cId="3312925399" sldId="789"/>
            <ac:cxnSpMk id="12" creationId="{831F2B01-C6E5-286F-6C70-5D6096CF2ED0}"/>
          </ac:cxnSpMkLst>
        </pc:cxnChg>
        <pc:cxnChg chg="add mod">
          <ac:chgData name="Steven Fox" userId="40a717fc7fcd7e40" providerId="LiveId" clId="{373ACA29-D598-4B53-BF42-17EE47C37B4D}" dt="2026-03-10T13:59:03.596" v="443" actId="208"/>
          <ac:cxnSpMkLst>
            <pc:docMk/>
            <pc:sldMk cId="3312925399" sldId="789"/>
            <ac:cxnSpMk id="16" creationId="{D725D057-5BB3-CD4B-518C-F70C9D57DF05}"/>
          </ac:cxnSpMkLst>
        </pc:cxnChg>
        <pc:cxnChg chg="add mod">
          <ac:chgData name="Steven Fox" userId="40a717fc7fcd7e40" providerId="LiveId" clId="{373ACA29-D598-4B53-BF42-17EE47C37B4D}" dt="2026-03-10T13:59:10.814" v="445" actId="208"/>
          <ac:cxnSpMkLst>
            <pc:docMk/>
            <pc:sldMk cId="3312925399" sldId="789"/>
            <ac:cxnSpMk id="18" creationId="{7DE38BCF-1F78-A50A-C757-76BA85F495F5}"/>
          </ac:cxnSpMkLst>
        </pc:cxnChg>
        <pc:cxnChg chg="add mod">
          <ac:chgData name="Steven Fox" userId="40a717fc7fcd7e40" providerId="LiveId" clId="{373ACA29-D598-4B53-BF42-17EE47C37B4D}" dt="2026-03-10T14:01:30.849" v="452" actId="208"/>
          <ac:cxnSpMkLst>
            <pc:docMk/>
            <pc:sldMk cId="3312925399" sldId="789"/>
            <ac:cxnSpMk id="21" creationId="{9AF1DACF-B080-438B-666F-0A3606C52D48}"/>
          </ac:cxnSpMkLst>
        </pc:cxnChg>
        <pc:cxnChg chg="add mod">
          <ac:chgData name="Steven Fox" userId="40a717fc7fcd7e40" providerId="LiveId" clId="{373ACA29-D598-4B53-BF42-17EE47C37B4D}" dt="2026-03-10T14:02:06.562" v="455"/>
          <ac:cxnSpMkLst>
            <pc:docMk/>
            <pc:sldMk cId="3312925399" sldId="789"/>
            <ac:cxnSpMk id="23" creationId="{3205A356-7AF9-03EB-80DE-A3F45961E928}"/>
          </ac:cxnSpMkLst>
        </pc:cxnChg>
      </pc:sldChg>
      <pc:sldMasterChg chg="del delSldLayout">
        <pc:chgData name="Steven Fox" userId="40a717fc7fcd7e40" providerId="LiveId" clId="{373ACA29-D598-4B53-BF42-17EE47C37B4D}" dt="2026-03-10T13:49:48.345" v="1" actId="47"/>
        <pc:sldMasterMkLst>
          <pc:docMk/>
          <pc:sldMasterMk cId="4293326156" sldId="2147483648"/>
        </pc:sldMasterMkLst>
        <pc:sldLayoutChg chg="del">
          <pc:chgData name="Steven Fox" userId="40a717fc7fcd7e40" providerId="LiveId" clId="{373ACA29-D598-4B53-BF42-17EE47C37B4D}" dt="2026-03-10T13:49:48.345" v="1" actId="47"/>
          <pc:sldLayoutMkLst>
            <pc:docMk/>
            <pc:sldMasterMk cId="4293326156" sldId="2147483648"/>
            <pc:sldLayoutMk cId="3885856490" sldId="2147483649"/>
          </pc:sldLayoutMkLst>
        </pc:sldLayoutChg>
        <pc:sldLayoutChg chg="del">
          <pc:chgData name="Steven Fox" userId="40a717fc7fcd7e40" providerId="LiveId" clId="{373ACA29-D598-4B53-BF42-17EE47C37B4D}" dt="2026-03-10T13:49:48.345" v="1" actId="47"/>
          <pc:sldLayoutMkLst>
            <pc:docMk/>
            <pc:sldMasterMk cId="4293326156" sldId="2147483648"/>
            <pc:sldLayoutMk cId="1288653359" sldId="2147483650"/>
          </pc:sldLayoutMkLst>
        </pc:sldLayoutChg>
        <pc:sldLayoutChg chg="del">
          <pc:chgData name="Steven Fox" userId="40a717fc7fcd7e40" providerId="LiveId" clId="{373ACA29-D598-4B53-BF42-17EE47C37B4D}" dt="2026-03-10T13:49:48.345" v="1" actId="47"/>
          <pc:sldLayoutMkLst>
            <pc:docMk/>
            <pc:sldMasterMk cId="4293326156" sldId="2147483648"/>
            <pc:sldLayoutMk cId="302610589" sldId="2147483651"/>
          </pc:sldLayoutMkLst>
        </pc:sldLayoutChg>
        <pc:sldLayoutChg chg="del">
          <pc:chgData name="Steven Fox" userId="40a717fc7fcd7e40" providerId="LiveId" clId="{373ACA29-D598-4B53-BF42-17EE47C37B4D}" dt="2026-03-10T13:49:48.345" v="1" actId="47"/>
          <pc:sldLayoutMkLst>
            <pc:docMk/>
            <pc:sldMasterMk cId="4293326156" sldId="2147483648"/>
            <pc:sldLayoutMk cId="2546662643" sldId="2147483652"/>
          </pc:sldLayoutMkLst>
        </pc:sldLayoutChg>
        <pc:sldLayoutChg chg="del">
          <pc:chgData name="Steven Fox" userId="40a717fc7fcd7e40" providerId="LiveId" clId="{373ACA29-D598-4B53-BF42-17EE47C37B4D}" dt="2026-03-10T13:49:48.345" v="1" actId="47"/>
          <pc:sldLayoutMkLst>
            <pc:docMk/>
            <pc:sldMasterMk cId="4293326156" sldId="2147483648"/>
            <pc:sldLayoutMk cId="2151940976" sldId="2147483653"/>
          </pc:sldLayoutMkLst>
        </pc:sldLayoutChg>
        <pc:sldLayoutChg chg="del">
          <pc:chgData name="Steven Fox" userId="40a717fc7fcd7e40" providerId="LiveId" clId="{373ACA29-D598-4B53-BF42-17EE47C37B4D}" dt="2026-03-10T13:49:48.345" v="1" actId="47"/>
          <pc:sldLayoutMkLst>
            <pc:docMk/>
            <pc:sldMasterMk cId="4293326156" sldId="2147483648"/>
            <pc:sldLayoutMk cId="3499804019" sldId="2147483654"/>
          </pc:sldLayoutMkLst>
        </pc:sldLayoutChg>
        <pc:sldLayoutChg chg="del">
          <pc:chgData name="Steven Fox" userId="40a717fc7fcd7e40" providerId="LiveId" clId="{373ACA29-D598-4B53-BF42-17EE47C37B4D}" dt="2026-03-10T13:49:48.345" v="1" actId="47"/>
          <pc:sldLayoutMkLst>
            <pc:docMk/>
            <pc:sldMasterMk cId="4293326156" sldId="2147483648"/>
            <pc:sldLayoutMk cId="2739115706" sldId="2147483655"/>
          </pc:sldLayoutMkLst>
        </pc:sldLayoutChg>
        <pc:sldLayoutChg chg="del">
          <pc:chgData name="Steven Fox" userId="40a717fc7fcd7e40" providerId="LiveId" clId="{373ACA29-D598-4B53-BF42-17EE47C37B4D}" dt="2026-03-10T13:49:48.345" v="1" actId="47"/>
          <pc:sldLayoutMkLst>
            <pc:docMk/>
            <pc:sldMasterMk cId="4293326156" sldId="2147483648"/>
            <pc:sldLayoutMk cId="736762583" sldId="2147483656"/>
          </pc:sldLayoutMkLst>
        </pc:sldLayoutChg>
        <pc:sldLayoutChg chg="del">
          <pc:chgData name="Steven Fox" userId="40a717fc7fcd7e40" providerId="LiveId" clId="{373ACA29-D598-4B53-BF42-17EE47C37B4D}" dt="2026-03-10T13:49:48.345" v="1" actId="47"/>
          <pc:sldLayoutMkLst>
            <pc:docMk/>
            <pc:sldMasterMk cId="4293326156" sldId="2147483648"/>
            <pc:sldLayoutMk cId="1906246092" sldId="2147483657"/>
          </pc:sldLayoutMkLst>
        </pc:sldLayoutChg>
        <pc:sldLayoutChg chg="del">
          <pc:chgData name="Steven Fox" userId="40a717fc7fcd7e40" providerId="LiveId" clId="{373ACA29-D598-4B53-BF42-17EE47C37B4D}" dt="2026-03-10T13:49:48.345" v="1" actId="47"/>
          <pc:sldLayoutMkLst>
            <pc:docMk/>
            <pc:sldMasterMk cId="4293326156" sldId="2147483648"/>
            <pc:sldLayoutMk cId="1201243260" sldId="2147483658"/>
          </pc:sldLayoutMkLst>
        </pc:sldLayoutChg>
        <pc:sldLayoutChg chg="del">
          <pc:chgData name="Steven Fox" userId="40a717fc7fcd7e40" providerId="LiveId" clId="{373ACA29-D598-4B53-BF42-17EE47C37B4D}" dt="2026-03-10T13:49:48.345" v="1" actId="47"/>
          <pc:sldLayoutMkLst>
            <pc:docMk/>
            <pc:sldMasterMk cId="4293326156" sldId="2147483648"/>
            <pc:sldLayoutMk cId="2252674279" sldId="2147483659"/>
          </pc:sldLayoutMkLst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68552B-D84F-E40A-BD24-C69FFA2785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A77C6E1-27B0-2176-0A87-9F2B6F421D3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34DB56-5E02-2A9F-B7A9-F3D36FA354C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45DA952-DC63-4690-A95E-29DD2FAD2D2D}" type="datetimeFigureOut">
              <a:rPr lang="en-ID" smtClean="0"/>
              <a:t>08/03/2026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5736FF-3452-ECFE-D6F8-5A122E6D6C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817CCE-2B92-A51E-D41D-7CA8DAC148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1C65475-16B8-4622-9E80-094641609E0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5815289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F7A021-2A77-6FCC-9E49-73AC27A887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09B996-0DDA-4EAE-756D-75A0AA79A7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37CA5F-918C-258F-73EC-2D36D93AD78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45DA952-DC63-4690-A95E-29DD2FAD2D2D}" type="datetimeFigureOut">
              <a:rPr lang="en-ID" smtClean="0"/>
              <a:t>08/03/2026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C10998-E9F8-D1B1-8645-FF727FF092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B91920-E1B5-BD8A-64C4-36281EE692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1C65475-16B8-4622-9E80-094641609E0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7155585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FF941B-47CA-1B07-53CD-DFC1C97341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5B284F-3B49-91FD-92C2-842E3D59EE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51A20A-9320-A0AA-2EFE-BCD0837CB26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45DA952-DC63-4690-A95E-29DD2FAD2D2D}" type="datetimeFigureOut">
              <a:rPr lang="en-ID" smtClean="0"/>
              <a:t>08/03/2026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477389-03D7-DEB6-1480-9B66963EBF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EBA2F3-C2D5-D671-ECBF-FE19E87407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1C65475-16B8-4622-9E80-094641609E0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6123543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663A8D-07E2-0FA5-7251-798DBE0D51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FAB266-1DD0-1AF0-4EE9-53706A08E09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8070095-B870-4965-F2CD-398BC1788F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184E1F-5FE9-B886-B941-07ED41FA385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45DA952-DC63-4690-A95E-29DD2FAD2D2D}" type="datetimeFigureOut">
              <a:rPr lang="en-ID" smtClean="0"/>
              <a:t>08/03/2026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299CB94-A27C-D54A-4231-87D93C911E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DE51D4-4F12-E27F-0081-CA85CBB116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1C65475-16B8-4622-9E80-094641609E0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6457285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22992B-AB56-ECB8-C77B-C0F7EB74FC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0B45D0-E18F-C571-5F47-12E7B21CBF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A4344E7-5E40-4F7D-BB09-0101FBA7C2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05CFCDA-1AA4-5095-D865-DAF1C36A883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8630FF5-FF4E-AD85-A103-F9C7C380C4F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07BD243-8838-7688-467A-C9C395A8AED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45DA952-DC63-4690-A95E-29DD2FAD2D2D}" type="datetimeFigureOut">
              <a:rPr lang="en-ID" smtClean="0"/>
              <a:t>08/03/2026</a:t>
            </a:fld>
            <a:endParaRPr lang="en-ID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8082365-32A0-3BE7-4808-664ECF2832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ID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B49A82F-6B9E-B694-EBAC-4314AFE69A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1C65475-16B8-4622-9E80-094641609E0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122342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C845A6-D404-93B9-258E-444275D669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433CCB7-06EB-3BB3-5183-17BAAF2B111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45DA952-DC63-4690-A95E-29DD2FAD2D2D}" type="datetimeFigureOut">
              <a:rPr lang="en-ID" smtClean="0"/>
              <a:t>08/03/2026</a:t>
            </a:fld>
            <a:endParaRPr lang="en-ID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F1795C5-DF60-6C06-10E2-877B0510CC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I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30B2145-AB33-F5E4-25AD-D9A4E02BD2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1C65475-16B8-4622-9E80-094641609E0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242281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F3D98BC-3619-DBEC-257C-4AFAC4DF082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45DA952-DC63-4690-A95E-29DD2FAD2D2D}" type="datetimeFigureOut">
              <a:rPr lang="en-ID" smtClean="0"/>
              <a:t>08/03/2026</a:t>
            </a:fld>
            <a:endParaRPr lang="en-ID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F3D84AB-B682-7E33-92EA-E05C3FD34E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62051285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A4B93D-90C9-BC10-6D11-DD94907219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BF7CDE-93B3-85FB-48B9-2ACFB2DC4F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5EE67C1-608E-528C-BCAC-1A71E0BC47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29E577-BD30-C5CC-1CA8-4DCE0129AC9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45DA952-DC63-4690-A95E-29DD2FAD2D2D}" type="datetimeFigureOut">
              <a:rPr lang="en-ID" smtClean="0"/>
              <a:t>08/03/2026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ACD40E-A620-A23B-9400-4713B4A105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2F42B8-AD29-5021-440C-3DBAB42CF6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1C65475-16B8-4622-9E80-094641609E0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4886645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764945-1EE8-7619-F13B-0B98307AE7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B9F0A2E-309D-C866-4A79-33B073498C3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A4E391D-4511-5FE2-C79D-850152D181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B5DFE1-F2F5-5D06-445F-D8B1D92E3D2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45DA952-DC63-4690-A95E-29DD2FAD2D2D}" type="datetimeFigureOut">
              <a:rPr lang="en-ID" smtClean="0"/>
              <a:t>08/03/2026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A70A7A-2E24-A6CE-36EA-236577A802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61A24B-15A5-A90D-47D7-19463E3BEF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1C65475-16B8-4622-9E80-094641609E0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2185638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30AA9B-52C1-5C69-3A39-FDA98761E8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96B687E-C444-8F1D-FD53-90CA489D90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48F02B-E5CF-3AB5-805E-61061A92A88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45DA952-DC63-4690-A95E-29DD2FAD2D2D}" type="datetimeFigureOut">
              <a:rPr lang="en-ID" smtClean="0"/>
              <a:t>08/03/2026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F6D421-EFE4-5F8E-BDF1-663B78EDD8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E12161-9C3D-1A8E-8267-E3257240E8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1C65475-16B8-4622-9E80-094641609E0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0643614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4A3D661-9505-2555-5425-76E11297F2E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AB4ADD1-18B4-833C-DD4B-9D9A2B9673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1CE223-EB16-50DC-27CC-976B770EFC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45DA952-DC63-4690-A95E-29DD2FAD2D2D}" type="datetimeFigureOut">
              <a:rPr lang="en-ID" smtClean="0"/>
              <a:t>08/03/2026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9BE789-6D89-87F3-E9D6-D1799649F8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CDEE7F-DD44-182E-3095-DADE3ADF23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1C65475-16B8-4622-9E80-094641609E0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4114067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black and white logo&#10;&#10;Description automatically generated">
            <a:extLst>
              <a:ext uri="{FF2B5EF4-FFF2-40B4-BE49-F238E27FC236}">
                <a16:creationId xmlns:a16="http://schemas.microsoft.com/office/drawing/2014/main" id="{9EBE82BF-6410-7804-F64A-E899E8CE789A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/>
        </p:blipFill>
        <p:spPr>
          <a:xfrm>
            <a:off x="274134" y="6260897"/>
            <a:ext cx="941891" cy="372393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E4EBCAF5-BF43-85F1-BCEB-3DB5726673CA}"/>
              </a:ext>
            </a:extLst>
          </p:cNvPr>
          <p:cNvSpPr/>
          <p:nvPr userDrawn="1"/>
        </p:nvSpPr>
        <p:spPr>
          <a:xfrm>
            <a:off x="11993562" y="6464299"/>
            <a:ext cx="198437" cy="178516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6684975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2F3F52-0643-0E97-DED9-3CD10B80E4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7B71788-D0CA-51D0-705B-7AF8C7AE014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379" t="3561" r="10062" b="356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02FF2DCB-9EFF-E9A3-9E82-BB550B97458C}"/>
              </a:ext>
            </a:extLst>
          </p:cNvPr>
          <p:cNvSpPr/>
          <p:nvPr/>
        </p:nvSpPr>
        <p:spPr>
          <a:xfrm>
            <a:off x="-472440" y="4728335"/>
            <a:ext cx="8153400" cy="1556915"/>
          </a:xfrm>
          <a:prstGeom prst="roundRect">
            <a:avLst/>
          </a:prstGeom>
          <a:gradFill flip="none" rotWithShape="0">
            <a:gsLst>
              <a:gs pos="6000">
                <a:schemeClr val="accent2">
                  <a:alpha val="32000"/>
                </a:schemeClr>
              </a:gs>
              <a:gs pos="100000">
                <a:schemeClr val="accent2">
                  <a:lumMod val="75000"/>
                  <a:alpha val="26000"/>
                </a:schemeClr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ulish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E00672F-6DD4-90E8-15F4-2ACD32B828BA}"/>
              </a:ext>
            </a:extLst>
          </p:cNvPr>
          <p:cNvSpPr txBox="1"/>
          <p:nvPr/>
        </p:nvSpPr>
        <p:spPr>
          <a:xfrm>
            <a:off x="655321" y="4728335"/>
            <a:ext cx="6483772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eko" pitchFamily="2" charset="0"/>
                <a:cs typeface="Teko" pitchFamily="2" charset="0"/>
              </a:rPr>
              <a:t>Team Balance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eko" pitchFamily="2" charset="0"/>
                <a:cs typeface="Teko" pitchFamily="2" charset="0"/>
              </a:rPr>
              <a:t>Where are we? What do we do about it?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eko" pitchFamily="2" charset="0"/>
              <a:cs typeface="Teko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096716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1584D2-D69A-9162-8777-3F4345EC0F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750" y="123825"/>
            <a:ext cx="10134600" cy="822325"/>
          </a:xfrm>
        </p:spPr>
        <p:txBody>
          <a:bodyPr/>
          <a:lstStyle/>
          <a:p>
            <a:r>
              <a:rPr lang="en-US" sz="4000" dirty="0">
                <a:solidFill>
                  <a:schemeClr val="bg1"/>
                </a:solidFill>
                <a:latin typeface="Teko" pitchFamily="2" charset="0"/>
                <a:cs typeface="Teko" pitchFamily="2" charset="0"/>
              </a:rPr>
              <a:t>Team Balance – Where Are We? What are the Implications?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C7D0BC8-71D3-A2D0-7FB0-4E6E343911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04955264"/>
              </p:ext>
            </p:extLst>
          </p:nvPr>
        </p:nvGraphicFramePr>
        <p:xfrm>
          <a:off x="337914" y="777871"/>
          <a:ext cx="4569272" cy="5469582"/>
        </p:xfrm>
        <a:graphic>
          <a:graphicData uri="http://schemas.openxmlformats.org/drawingml/2006/table">
            <a:tbl>
              <a:tblPr/>
              <a:tblGrid>
                <a:gridCol w="1034725">
                  <a:extLst>
                    <a:ext uri="{9D8B030D-6E8A-4147-A177-3AD203B41FA5}">
                      <a16:colId xmlns:a16="http://schemas.microsoft.com/office/drawing/2014/main" val="2852965914"/>
                    </a:ext>
                  </a:extLst>
                </a:gridCol>
                <a:gridCol w="531098">
                  <a:extLst>
                    <a:ext uri="{9D8B030D-6E8A-4147-A177-3AD203B41FA5}">
                      <a16:colId xmlns:a16="http://schemas.microsoft.com/office/drawing/2014/main" val="244894717"/>
                    </a:ext>
                  </a:extLst>
                </a:gridCol>
                <a:gridCol w="540254">
                  <a:extLst>
                    <a:ext uri="{9D8B030D-6E8A-4147-A177-3AD203B41FA5}">
                      <a16:colId xmlns:a16="http://schemas.microsoft.com/office/drawing/2014/main" val="2697574298"/>
                    </a:ext>
                  </a:extLst>
                </a:gridCol>
                <a:gridCol w="595196">
                  <a:extLst>
                    <a:ext uri="{9D8B030D-6E8A-4147-A177-3AD203B41FA5}">
                      <a16:colId xmlns:a16="http://schemas.microsoft.com/office/drawing/2014/main" val="3295549371"/>
                    </a:ext>
                  </a:extLst>
                </a:gridCol>
                <a:gridCol w="567725">
                  <a:extLst>
                    <a:ext uri="{9D8B030D-6E8A-4147-A177-3AD203B41FA5}">
                      <a16:colId xmlns:a16="http://schemas.microsoft.com/office/drawing/2014/main" val="61392106"/>
                    </a:ext>
                  </a:extLst>
                </a:gridCol>
                <a:gridCol w="659294">
                  <a:extLst>
                    <a:ext uri="{9D8B030D-6E8A-4147-A177-3AD203B41FA5}">
                      <a16:colId xmlns:a16="http://schemas.microsoft.com/office/drawing/2014/main" val="2297157045"/>
                    </a:ext>
                  </a:extLst>
                </a:gridCol>
                <a:gridCol w="640980">
                  <a:extLst>
                    <a:ext uri="{9D8B030D-6E8A-4147-A177-3AD203B41FA5}">
                      <a16:colId xmlns:a16="http://schemas.microsoft.com/office/drawing/2014/main" val="2266154185"/>
                    </a:ext>
                  </a:extLst>
                </a:gridCol>
              </a:tblGrid>
              <a:tr h="13185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Teko" pitchFamily="2" charset="0"/>
                          <a:cs typeface="Teko" pitchFamily="2" charset="0"/>
                        </a:rPr>
                        <a:t>TEAM</a:t>
                      </a:r>
                    </a:p>
                  </a:txBody>
                  <a:tcPr marL="5494" marR="5494" marT="5494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Teko" pitchFamily="2" charset="0"/>
                          <a:cs typeface="Teko" pitchFamily="2" charset="0"/>
                        </a:rPr>
                        <a:t>OFF</a:t>
                      </a:r>
                    </a:p>
                  </a:txBody>
                  <a:tcPr marL="5494" marR="5494" marT="5494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Teko" pitchFamily="2" charset="0"/>
                          <a:cs typeface="Teko" pitchFamily="2" charset="0"/>
                        </a:rPr>
                        <a:t>DEF</a:t>
                      </a:r>
                    </a:p>
                  </a:txBody>
                  <a:tcPr marL="5494" marR="5494" marT="5494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Teko" pitchFamily="2" charset="0"/>
                          <a:cs typeface="Teko" pitchFamily="2" charset="0"/>
                        </a:rPr>
                        <a:t>GOAL</a:t>
                      </a:r>
                    </a:p>
                  </a:txBody>
                  <a:tcPr marL="5494" marR="5494" marT="5494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Teko" pitchFamily="2" charset="0"/>
                          <a:cs typeface="Teko" pitchFamily="2" charset="0"/>
                        </a:rPr>
                        <a:t>GRIT</a:t>
                      </a:r>
                    </a:p>
                  </a:txBody>
                  <a:tcPr marL="5494" marR="5494" marT="5494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Teko" pitchFamily="2" charset="0"/>
                          <a:cs typeface="Teko" pitchFamily="2" charset="0"/>
                        </a:rPr>
                        <a:t>BALANCE</a:t>
                      </a:r>
                    </a:p>
                  </a:txBody>
                  <a:tcPr marL="5494" marR="5494" marT="5494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Teko" pitchFamily="2" charset="0"/>
                          <a:cs typeface="Teko" pitchFamily="2" charset="0"/>
                        </a:rPr>
                        <a:t>WIN PROB</a:t>
                      </a:r>
                    </a:p>
                  </a:txBody>
                  <a:tcPr marL="5494" marR="5494" marT="5494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0987521"/>
                  </a:ext>
                </a:extLst>
              </a:tr>
              <a:tr h="13185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50" b="0" i="0" u="none" strike="noStrike" dirty="0">
                          <a:solidFill>
                            <a:schemeClr val="bg1"/>
                          </a:solidFill>
                          <a:effectLst/>
                          <a:latin typeface="Teko" pitchFamily="2" charset="0"/>
                          <a:cs typeface="Teko" pitchFamily="2" charset="0"/>
                        </a:rPr>
                        <a:t>Colorado Avalanche</a:t>
                      </a:r>
                    </a:p>
                  </a:txBody>
                  <a:tcPr marL="5494" marR="5494" marT="5494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Teko" pitchFamily="2" charset="0"/>
                          <a:cs typeface="Teko" pitchFamily="2" charset="0"/>
                        </a:rPr>
                        <a:t>69.41</a:t>
                      </a:r>
                    </a:p>
                  </a:txBody>
                  <a:tcPr marL="5494" marR="5494" marT="5494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CB7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Teko" pitchFamily="2" charset="0"/>
                          <a:cs typeface="Teko" pitchFamily="2" charset="0"/>
                        </a:rPr>
                        <a:t>80.19</a:t>
                      </a:r>
                    </a:p>
                  </a:txBody>
                  <a:tcPr marL="5494" marR="5494" marT="5494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BE7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Teko" pitchFamily="2" charset="0"/>
                          <a:cs typeface="Teko" pitchFamily="2" charset="0"/>
                        </a:rPr>
                        <a:t>82.73</a:t>
                      </a:r>
                    </a:p>
                  </a:txBody>
                  <a:tcPr marL="5494" marR="5494" marT="5494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BE7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Teko" pitchFamily="2" charset="0"/>
                          <a:cs typeface="Teko" pitchFamily="2" charset="0"/>
                        </a:rPr>
                        <a:t>23.39</a:t>
                      </a:r>
                    </a:p>
                  </a:txBody>
                  <a:tcPr marL="5494" marR="5494" marT="5494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Teko" pitchFamily="2" charset="0"/>
                          <a:cs typeface="Teko" pitchFamily="2" charset="0"/>
                        </a:rPr>
                        <a:t>63.93</a:t>
                      </a:r>
                    </a:p>
                  </a:txBody>
                  <a:tcPr marL="5494" marR="5494" marT="5494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ACA7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Teko" pitchFamily="2" charset="0"/>
                          <a:cs typeface="Teko" pitchFamily="2" charset="0"/>
                        </a:rPr>
                        <a:t>71.00</a:t>
                      </a:r>
                    </a:p>
                  </a:txBody>
                  <a:tcPr marL="5494" marR="5494" marT="5494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BE7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7252882"/>
                  </a:ext>
                </a:extLst>
              </a:tr>
              <a:tr h="13185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50" b="0" i="0" u="none" strike="noStrike" dirty="0">
                          <a:solidFill>
                            <a:schemeClr val="bg1"/>
                          </a:solidFill>
                          <a:effectLst/>
                          <a:latin typeface="Teko" pitchFamily="2" charset="0"/>
                          <a:cs typeface="Teko" pitchFamily="2" charset="0"/>
                        </a:rPr>
                        <a:t>Tampa Bay Lightning</a:t>
                      </a:r>
                    </a:p>
                  </a:txBody>
                  <a:tcPr marL="5494" marR="5494" marT="5494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Teko" pitchFamily="2" charset="0"/>
                          <a:cs typeface="Teko" pitchFamily="2" charset="0"/>
                        </a:rPr>
                        <a:t>68.69</a:t>
                      </a:r>
                    </a:p>
                  </a:txBody>
                  <a:tcPr marL="5494" marR="5494" marT="5494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CC7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Teko" pitchFamily="2" charset="0"/>
                          <a:cs typeface="Teko" pitchFamily="2" charset="0"/>
                        </a:rPr>
                        <a:t>72.33</a:t>
                      </a:r>
                    </a:p>
                  </a:txBody>
                  <a:tcPr marL="5494" marR="5494" marT="5494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CCA7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Teko" pitchFamily="2" charset="0"/>
                          <a:cs typeface="Teko" pitchFamily="2" charset="0"/>
                        </a:rPr>
                        <a:t>76.39</a:t>
                      </a:r>
                    </a:p>
                  </a:txBody>
                  <a:tcPr marL="5494" marR="5494" marT="5494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1C77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Teko" pitchFamily="2" charset="0"/>
                          <a:cs typeface="Teko" pitchFamily="2" charset="0"/>
                        </a:rPr>
                        <a:t>57.79</a:t>
                      </a:r>
                    </a:p>
                  </a:txBody>
                  <a:tcPr marL="5494" marR="5494" marT="5494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DF8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Teko" pitchFamily="2" charset="0"/>
                          <a:cs typeface="Teko" pitchFamily="2" charset="0"/>
                        </a:rPr>
                        <a:t>68.80</a:t>
                      </a:r>
                    </a:p>
                  </a:txBody>
                  <a:tcPr marL="5494" marR="5494" marT="5494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BE7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Teko" pitchFamily="2" charset="0"/>
                          <a:cs typeface="Teko" pitchFamily="2" charset="0"/>
                        </a:rPr>
                        <a:t>67.00</a:t>
                      </a:r>
                    </a:p>
                  </a:txBody>
                  <a:tcPr marL="5494" marR="5494" marT="5494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2C77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9073929"/>
                  </a:ext>
                </a:extLst>
              </a:tr>
              <a:tr h="13185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50" b="0" i="0" u="none" strike="noStrike" dirty="0">
                          <a:solidFill>
                            <a:schemeClr val="bg1"/>
                          </a:solidFill>
                          <a:effectLst/>
                          <a:latin typeface="Teko" pitchFamily="2" charset="0"/>
                          <a:cs typeface="Teko" pitchFamily="2" charset="0"/>
                        </a:rPr>
                        <a:t>Dallas Stars</a:t>
                      </a:r>
                    </a:p>
                  </a:txBody>
                  <a:tcPr marL="5494" marR="5494" marT="5494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Teko" pitchFamily="2" charset="0"/>
                          <a:cs typeface="Teko" pitchFamily="2" charset="0"/>
                        </a:rPr>
                        <a:t>69.00</a:t>
                      </a:r>
                    </a:p>
                  </a:txBody>
                  <a:tcPr marL="5494" marR="5494" marT="5494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0CB7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Teko" pitchFamily="2" charset="0"/>
                          <a:cs typeface="Teko" pitchFamily="2" charset="0"/>
                        </a:rPr>
                        <a:t>64.50</a:t>
                      </a:r>
                    </a:p>
                  </a:txBody>
                  <a:tcPr marL="5494" marR="5494" marT="5494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D6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Teko" pitchFamily="2" charset="0"/>
                          <a:cs typeface="Teko" pitchFamily="2" charset="0"/>
                        </a:rPr>
                        <a:t>65.52</a:t>
                      </a:r>
                    </a:p>
                  </a:txBody>
                  <a:tcPr marL="5494" marR="5494" marT="5494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3D6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Teko" pitchFamily="2" charset="0"/>
                          <a:cs typeface="Teko" pitchFamily="2" charset="0"/>
                        </a:rPr>
                        <a:t>38.25</a:t>
                      </a:r>
                    </a:p>
                  </a:txBody>
                  <a:tcPr marL="5494" marR="5494" marT="5494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BC7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Teko" pitchFamily="2" charset="0"/>
                          <a:cs typeface="Teko" pitchFamily="2" charset="0"/>
                        </a:rPr>
                        <a:t>59.32</a:t>
                      </a:r>
                    </a:p>
                  </a:txBody>
                  <a:tcPr marL="5494" marR="5494" marT="5494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FD4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Teko" pitchFamily="2" charset="0"/>
                          <a:cs typeface="Teko" pitchFamily="2" charset="0"/>
                        </a:rPr>
                        <a:t>61.00</a:t>
                      </a:r>
                    </a:p>
                  </a:txBody>
                  <a:tcPr marL="5494" marR="5494" marT="5494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0D48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7582134"/>
                  </a:ext>
                </a:extLst>
              </a:tr>
              <a:tr h="13185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50" b="0" i="0" u="none" strike="noStrike">
                          <a:solidFill>
                            <a:schemeClr val="bg1"/>
                          </a:solidFill>
                          <a:effectLst/>
                          <a:latin typeface="Teko" pitchFamily="2" charset="0"/>
                          <a:cs typeface="Teko" pitchFamily="2" charset="0"/>
                        </a:rPr>
                        <a:t>Carolina Hurricanes</a:t>
                      </a:r>
                    </a:p>
                  </a:txBody>
                  <a:tcPr marL="5494" marR="5494" marT="5494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Teko" pitchFamily="2" charset="0"/>
                          <a:cs typeface="Teko" pitchFamily="2" charset="0"/>
                        </a:rPr>
                        <a:t>65.26</a:t>
                      </a:r>
                    </a:p>
                  </a:txBody>
                  <a:tcPr marL="5494" marR="5494" marT="5494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D17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Teko" pitchFamily="2" charset="0"/>
                          <a:cs typeface="Teko" pitchFamily="2" charset="0"/>
                        </a:rPr>
                        <a:t>61.98</a:t>
                      </a:r>
                    </a:p>
                  </a:txBody>
                  <a:tcPr marL="5494" marR="5494" marT="5494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DA8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Teko" pitchFamily="2" charset="0"/>
                          <a:cs typeface="Teko" pitchFamily="2" charset="0"/>
                        </a:rPr>
                        <a:t>63.01</a:t>
                      </a:r>
                    </a:p>
                  </a:txBody>
                  <a:tcPr marL="5494" marR="5494" marT="5494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D98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Teko" pitchFamily="2" charset="0"/>
                          <a:cs typeface="Teko" pitchFamily="2" charset="0"/>
                        </a:rPr>
                        <a:t>46.46</a:t>
                      </a:r>
                    </a:p>
                  </a:txBody>
                  <a:tcPr marL="5494" marR="5494" marT="5494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A8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Teko" pitchFamily="2" charset="0"/>
                          <a:cs typeface="Teko" pitchFamily="2" charset="0"/>
                        </a:rPr>
                        <a:t>59.18</a:t>
                      </a:r>
                    </a:p>
                  </a:txBody>
                  <a:tcPr marL="5494" marR="5494" marT="5494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1D5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Teko" pitchFamily="2" charset="0"/>
                          <a:cs typeface="Teko" pitchFamily="2" charset="0"/>
                        </a:rPr>
                        <a:t>60.00</a:t>
                      </a:r>
                    </a:p>
                  </a:txBody>
                  <a:tcPr marL="5494" marR="5494" marT="5494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D78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2668749"/>
                  </a:ext>
                </a:extLst>
              </a:tr>
              <a:tr h="13185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50" b="0" i="0" u="none" strike="noStrike">
                          <a:solidFill>
                            <a:schemeClr val="bg1"/>
                          </a:solidFill>
                          <a:effectLst/>
                          <a:latin typeface="Teko" pitchFamily="2" charset="0"/>
                          <a:cs typeface="Teko" pitchFamily="2" charset="0"/>
                        </a:rPr>
                        <a:t>Pittsburgh Penguins</a:t>
                      </a:r>
                    </a:p>
                  </a:txBody>
                  <a:tcPr marL="5494" marR="5494" marT="5494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Teko" pitchFamily="2" charset="0"/>
                          <a:cs typeface="Teko" pitchFamily="2" charset="0"/>
                        </a:rPr>
                        <a:t>66.12</a:t>
                      </a:r>
                    </a:p>
                  </a:txBody>
                  <a:tcPr marL="5494" marR="5494" marT="5494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0D07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Teko" pitchFamily="2" charset="0"/>
                          <a:cs typeface="Teko" pitchFamily="2" charset="0"/>
                        </a:rPr>
                        <a:t>69.21</a:t>
                      </a:r>
                    </a:p>
                  </a:txBody>
                  <a:tcPr marL="5494" marR="5494" marT="5494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DCF7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Teko" pitchFamily="2" charset="0"/>
                          <a:cs typeface="Teko" pitchFamily="2" charset="0"/>
                        </a:rPr>
                        <a:t>65.73</a:t>
                      </a:r>
                    </a:p>
                  </a:txBody>
                  <a:tcPr marL="5494" marR="5494" marT="5494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2D5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Teko" pitchFamily="2" charset="0"/>
                          <a:cs typeface="Teko" pitchFamily="2" charset="0"/>
                        </a:rPr>
                        <a:t>29.77</a:t>
                      </a:r>
                    </a:p>
                  </a:txBody>
                  <a:tcPr marL="5494" marR="5494" marT="5494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8C7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Teko" pitchFamily="2" charset="0"/>
                          <a:cs typeface="Teko" pitchFamily="2" charset="0"/>
                        </a:rPr>
                        <a:t>57.71</a:t>
                      </a:r>
                    </a:p>
                  </a:txBody>
                  <a:tcPr marL="5494" marR="5494" marT="5494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CD88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Teko" pitchFamily="2" charset="0"/>
                          <a:cs typeface="Teko" pitchFamily="2" charset="0"/>
                        </a:rPr>
                        <a:t>59.00</a:t>
                      </a:r>
                    </a:p>
                  </a:txBody>
                  <a:tcPr marL="5494" marR="5494" marT="5494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D98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2874968"/>
                  </a:ext>
                </a:extLst>
              </a:tr>
              <a:tr h="13185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50" b="0" i="0" u="none" strike="noStrike" dirty="0">
                          <a:solidFill>
                            <a:schemeClr val="bg1"/>
                          </a:solidFill>
                          <a:effectLst/>
                          <a:latin typeface="Teko" pitchFamily="2" charset="0"/>
                          <a:cs typeface="Teko" pitchFamily="2" charset="0"/>
                        </a:rPr>
                        <a:t>Minnesota Wild</a:t>
                      </a:r>
                    </a:p>
                  </a:txBody>
                  <a:tcPr marL="5494" marR="5494" marT="5494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Teko" pitchFamily="2" charset="0"/>
                          <a:cs typeface="Teko" pitchFamily="2" charset="0"/>
                        </a:rPr>
                        <a:t>65.12</a:t>
                      </a:r>
                    </a:p>
                  </a:txBody>
                  <a:tcPr marL="5494" marR="5494" marT="5494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D17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Teko" pitchFamily="2" charset="0"/>
                          <a:cs typeface="Teko" pitchFamily="2" charset="0"/>
                        </a:rPr>
                        <a:t>56.43</a:t>
                      </a:r>
                    </a:p>
                  </a:txBody>
                  <a:tcPr marL="5494" marR="5494" marT="5494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28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Teko" pitchFamily="2" charset="0"/>
                          <a:cs typeface="Teko" pitchFamily="2" charset="0"/>
                        </a:rPr>
                        <a:t>59.57</a:t>
                      </a:r>
                    </a:p>
                  </a:txBody>
                  <a:tcPr marL="5494" marR="5494" marT="5494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D8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Teko" pitchFamily="2" charset="0"/>
                          <a:cs typeface="Teko" pitchFamily="2" charset="0"/>
                        </a:rPr>
                        <a:t>45.89</a:t>
                      </a:r>
                    </a:p>
                  </a:txBody>
                  <a:tcPr marL="5494" marR="5494" marT="5494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78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Teko" pitchFamily="2" charset="0"/>
                          <a:cs typeface="Teko" pitchFamily="2" charset="0"/>
                        </a:rPr>
                        <a:t>56.75</a:t>
                      </a:r>
                    </a:p>
                  </a:txBody>
                  <a:tcPr marL="5494" marR="5494" marT="5494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DA8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Teko" pitchFamily="2" charset="0"/>
                          <a:cs typeface="Teko" pitchFamily="2" charset="0"/>
                        </a:rPr>
                        <a:t>58.00</a:t>
                      </a:r>
                    </a:p>
                  </a:txBody>
                  <a:tcPr marL="5494" marR="5494" marT="5494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DB8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562524"/>
                  </a:ext>
                </a:extLst>
              </a:tr>
              <a:tr h="13185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50" b="0" i="0" u="none" strike="noStrike">
                          <a:solidFill>
                            <a:schemeClr val="bg1"/>
                          </a:solidFill>
                          <a:effectLst/>
                          <a:latin typeface="Teko" pitchFamily="2" charset="0"/>
                          <a:cs typeface="Teko" pitchFamily="2" charset="0"/>
                        </a:rPr>
                        <a:t>Utah Mammoth</a:t>
                      </a:r>
                    </a:p>
                  </a:txBody>
                  <a:tcPr marL="5494" marR="5494" marT="5494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Teko" pitchFamily="2" charset="0"/>
                          <a:cs typeface="Teko" pitchFamily="2" charset="0"/>
                        </a:rPr>
                        <a:t>47.78</a:t>
                      </a:r>
                    </a:p>
                  </a:txBody>
                  <a:tcPr marL="5494" marR="5494" marT="5494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68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Teko" pitchFamily="2" charset="0"/>
                          <a:cs typeface="Teko" pitchFamily="2" charset="0"/>
                        </a:rPr>
                        <a:t>64.06</a:t>
                      </a:r>
                    </a:p>
                  </a:txBody>
                  <a:tcPr marL="5494" marR="5494" marT="5494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D7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Teko" pitchFamily="2" charset="0"/>
                          <a:cs typeface="Teko" pitchFamily="2" charset="0"/>
                        </a:rPr>
                        <a:t>61.41</a:t>
                      </a:r>
                    </a:p>
                  </a:txBody>
                  <a:tcPr marL="5494" marR="5494" marT="5494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DB8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Teko" pitchFamily="2" charset="0"/>
                          <a:cs typeface="Teko" pitchFamily="2" charset="0"/>
                        </a:rPr>
                        <a:t>44.88</a:t>
                      </a:r>
                    </a:p>
                  </a:txBody>
                  <a:tcPr marL="5494" marR="5494" marT="5494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18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Teko" pitchFamily="2" charset="0"/>
                          <a:cs typeface="Teko" pitchFamily="2" charset="0"/>
                        </a:rPr>
                        <a:t>54.53</a:t>
                      </a:r>
                    </a:p>
                  </a:txBody>
                  <a:tcPr marL="5494" marR="5494" marT="5494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F8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Teko" pitchFamily="2" charset="0"/>
                          <a:cs typeface="Teko" pitchFamily="2" charset="0"/>
                        </a:rPr>
                        <a:t>58.00</a:t>
                      </a:r>
                    </a:p>
                  </a:txBody>
                  <a:tcPr marL="5494" marR="5494" marT="5494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DB8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7796948"/>
                  </a:ext>
                </a:extLst>
              </a:tr>
              <a:tr h="13185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50" b="0" i="0" u="none" strike="noStrike">
                          <a:solidFill>
                            <a:schemeClr val="bg1"/>
                          </a:solidFill>
                          <a:effectLst/>
                          <a:latin typeface="Teko" pitchFamily="2" charset="0"/>
                          <a:cs typeface="Teko" pitchFamily="2" charset="0"/>
                        </a:rPr>
                        <a:t>Buffalo Sabres</a:t>
                      </a:r>
                    </a:p>
                  </a:txBody>
                  <a:tcPr marL="5494" marR="5494" marT="5494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Teko" pitchFamily="2" charset="0"/>
                          <a:cs typeface="Teko" pitchFamily="2" charset="0"/>
                        </a:rPr>
                        <a:t>57.54</a:t>
                      </a:r>
                    </a:p>
                  </a:txBody>
                  <a:tcPr marL="5494" marR="5494" marT="5494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D8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Teko" pitchFamily="2" charset="0"/>
                          <a:cs typeface="Teko" pitchFamily="2" charset="0"/>
                        </a:rPr>
                        <a:t>60.42</a:t>
                      </a:r>
                    </a:p>
                  </a:txBody>
                  <a:tcPr marL="5494" marR="5494" marT="5494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8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Teko" pitchFamily="2" charset="0"/>
                          <a:cs typeface="Teko" pitchFamily="2" charset="0"/>
                        </a:rPr>
                        <a:t>57.74</a:t>
                      </a:r>
                    </a:p>
                  </a:txBody>
                  <a:tcPr marL="5494" marR="5494" marT="5494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E08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Teko" pitchFamily="2" charset="0"/>
                          <a:cs typeface="Teko" pitchFamily="2" charset="0"/>
                        </a:rPr>
                        <a:t>47.41</a:t>
                      </a:r>
                    </a:p>
                  </a:txBody>
                  <a:tcPr marL="5494" marR="5494" marT="5494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A8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Teko" pitchFamily="2" charset="0"/>
                          <a:cs typeface="Teko" pitchFamily="2" charset="0"/>
                        </a:rPr>
                        <a:t>55.78</a:t>
                      </a:r>
                    </a:p>
                  </a:txBody>
                  <a:tcPr marL="5494" marR="5494" marT="5494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D8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Teko" pitchFamily="2" charset="0"/>
                          <a:cs typeface="Teko" pitchFamily="2" charset="0"/>
                        </a:rPr>
                        <a:t>56.00</a:t>
                      </a:r>
                    </a:p>
                  </a:txBody>
                  <a:tcPr marL="5494" marR="5494" marT="5494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F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4161669"/>
                  </a:ext>
                </a:extLst>
              </a:tr>
              <a:tr h="13185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50" b="0" i="0" u="none" strike="noStrike">
                          <a:solidFill>
                            <a:schemeClr val="bg1"/>
                          </a:solidFill>
                          <a:effectLst/>
                          <a:latin typeface="Teko" pitchFamily="2" charset="0"/>
                          <a:cs typeface="Teko" pitchFamily="2" charset="0"/>
                        </a:rPr>
                        <a:t>Boston Bruins</a:t>
                      </a:r>
                    </a:p>
                  </a:txBody>
                  <a:tcPr marL="5494" marR="5494" marT="5494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Teko" pitchFamily="2" charset="0"/>
                          <a:cs typeface="Teko" pitchFamily="2" charset="0"/>
                        </a:rPr>
                        <a:t>66.35</a:t>
                      </a:r>
                    </a:p>
                  </a:txBody>
                  <a:tcPr marL="5494" marR="5494" marT="5494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D07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Teko" pitchFamily="2" charset="0"/>
                          <a:cs typeface="Teko" pitchFamily="2" charset="0"/>
                        </a:rPr>
                        <a:t>34.07</a:t>
                      </a:r>
                    </a:p>
                  </a:txBody>
                  <a:tcPr marL="5494" marR="5494" marT="5494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B37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Teko" pitchFamily="2" charset="0"/>
                          <a:cs typeface="Teko" pitchFamily="2" charset="0"/>
                        </a:rPr>
                        <a:t>37.71</a:t>
                      </a:r>
                    </a:p>
                  </a:txBody>
                  <a:tcPr marL="5494" marR="5494" marT="5494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BE7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Teko" pitchFamily="2" charset="0"/>
                          <a:cs typeface="Teko" pitchFamily="2" charset="0"/>
                        </a:rPr>
                        <a:t>73.04</a:t>
                      </a:r>
                    </a:p>
                  </a:txBody>
                  <a:tcPr marL="5494" marR="5494" marT="5494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CE7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Teko" pitchFamily="2" charset="0"/>
                          <a:cs typeface="Teko" pitchFamily="2" charset="0"/>
                        </a:rPr>
                        <a:t>52.79</a:t>
                      </a:r>
                    </a:p>
                  </a:txBody>
                  <a:tcPr marL="5494" marR="5494" marT="5494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38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Teko" pitchFamily="2" charset="0"/>
                          <a:cs typeface="Teko" pitchFamily="2" charset="0"/>
                        </a:rPr>
                        <a:t>55.00</a:t>
                      </a:r>
                    </a:p>
                  </a:txBody>
                  <a:tcPr marL="5494" marR="5494" marT="5494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28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5409882"/>
                  </a:ext>
                </a:extLst>
              </a:tr>
              <a:tr h="13185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50" b="0" i="0" u="none" strike="noStrike" dirty="0">
                          <a:solidFill>
                            <a:schemeClr val="bg1"/>
                          </a:solidFill>
                          <a:effectLst/>
                          <a:latin typeface="Teko" pitchFamily="2" charset="0"/>
                          <a:cs typeface="Teko" pitchFamily="2" charset="0"/>
                        </a:rPr>
                        <a:t>Vegas Golden Knights</a:t>
                      </a:r>
                    </a:p>
                  </a:txBody>
                  <a:tcPr marL="5494" marR="5494" marT="5494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Teko" pitchFamily="2" charset="0"/>
                          <a:cs typeface="Teko" pitchFamily="2" charset="0"/>
                        </a:rPr>
                        <a:t>64.00</a:t>
                      </a:r>
                    </a:p>
                  </a:txBody>
                  <a:tcPr marL="5494" marR="5494" marT="5494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D3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Teko" pitchFamily="2" charset="0"/>
                          <a:cs typeface="Teko" pitchFamily="2" charset="0"/>
                        </a:rPr>
                        <a:t>57.99</a:t>
                      </a:r>
                    </a:p>
                  </a:txBody>
                  <a:tcPr marL="5494" marR="5494" marT="5494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E08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Teko" pitchFamily="2" charset="0"/>
                          <a:cs typeface="Teko" pitchFamily="2" charset="0"/>
                        </a:rPr>
                        <a:t>58.31</a:t>
                      </a:r>
                    </a:p>
                  </a:txBody>
                  <a:tcPr marL="5494" marR="5494" marT="5494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DF8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Teko" pitchFamily="2" charset="0"/>
                          <a:cs typeface="Teko" pitchFamily="2" charset="0"/>
                        </a:rPr>
                        <a:t>41.74</a:t>
                      </a:r>
                    </a:p>
                  </a:txBody>
                  <a:tcPr marL="5494" marR="5494" marT="5494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D07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Teko" pitchFamily="2" charset="0"/>
                          <a:cs typeface="Teko" pitchFamily="2" charset="0"/>
                        </a:rPr>
                        <a:t>55.51</a:t>
                      </a:r>
                    </a:p>
                  </a:txBody>
                  <a:tcPr marL="5494" marR="5494" marT="5494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EDD8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Teko" pitchFamily="2" charset="0"/>
                          <a:cs typeface="Teko" pitchFamily="2" charset="0"/>
                        </a:rPr>
                        <a:t>55.00</a:t>
                      </a:r>
                    </a:p>
                  </a:txBody>
                  <a:tcPr marL="5494" marR="5494" marT="5494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28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7387937"/>
                  </a:ext>
                </a:extLst>
              </a:tr>
              <a:tr h="13185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50" b="0" i="0" u="none" strike="noStrike">
                          <a:solidFill>
                            <a:schemeClr val="bg1"/>
                          </a:solidFill>
                          <a:effectLst/>
                          <a:latin typeface="Teko" pitchFamily="2" charset="0"/>
                          <a:cs typeface="Teko" pitchFamily="2" charset="0"/>
                        </a:rPr>
                        <a:t>Washington Capitals</a:t>
                      </a:r>
                    </a:p>
                  </a:txBody>
                  <a:tcPr marL="5494" marR="5494" marT="5494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Teko" pitchFamily="2" charset="0"/>
                          <a:cs typeface="Teko" pitchFamily="2" charset="0"/>
                        </a:rPr>
                        <a:t>47.32</a:t>
                      </a:r>
                    </a:p>
                  </a:txBody>
                  <a:tcPr marL="5494" marR="5494" marT="5494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38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Teko" pitchFamily="2" charset="0"/>
                          <a:cs typeface="Teko" pitchFamily="2" charset="0"/>
                        </a:rPr>
                        <a:t>54.86</a:t>
                      </a:r>
                    </a:p>
                  </a:txBody>
                  <a:tcPr marL="5494" marR="5494" marT="5494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48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Teko" pitchFamily="2" charset="0"/>
                          <a:cs typeface="Teko" pitchFamily="2" charset="0"/>
                        </a:rPr>
                        <a:t>56.28</a:t>
                      </a:r>
                    </a:p>
                  </a:txBody>
                  <a:tcPr marL="5494" marR="5494" marT="5494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28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Teko" pitchFamily="2" charset="0"/>
                          <a:cs typeface="Teko" pitchFamily="2" charset="0"/>
                        </a:rPr>
                        <a:t>43.85</a:t>
                      </a:r>
                    </a:p>
                  </a:txBody>
                  <a:tcPr marL="5494" marR="5494" marT="5494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DC8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Teko" pitchFamily="2" charset="0"/>
                          <a:cs typeface="Teko" pitchFamily="2" charset="0"/>
                        </a:rPr>
                        <a:t>50.58</a:t>
                      </a:r>
                    </a:p>
                  </a:txBody>
                  <a:tcPr marL="5494" marR="5494" marT="5494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98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Teko" pitchFamily="2" charset="0"/>
                          <a:cs typeface="Teko" pitchFamily="2" charset="0"/>
                        </a:rPr>
                        <a:t>55.00</a:t>
                      </a:r>
                    </a:p>
                  </a:txBody>
                  <a:tcPr marL="5494" marR="5494" marT="5494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28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0995212"/>
                  </a:ext>
                </a:extLst>
              </a:tr>
              <a:tr h="13185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50" b="0" i="0" u="none" strike="noStrike">
                          <a:solidFill>
                            <a:schemeClr val="bg1"/>
                          </a:solidFill>
                          <a:effectLst/>
                          <a:latin typeface="Teko" pitchFamily="2" charset="0"/>
                          <a:cs typeface="Teko" pitchFamily="2" charset="0"/>
                        </a:rPr>
                        <a:t>Montreal Canadiens</a:t>
                      </a:r>
                    </a:p>
                  </a:txBody>
                  <a:tcPr marL="5494" marR="5494" marT="5494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Teko" pitchFamily="2" charset="0"/>
                          <a:cs typeface="Teko" pitchFamily="2" charset="0"/>
                        </a:rPr>
                        <a:t>65.72</a:t>
                      </a:r>
                    </a:p>
                  </a:txBody>
                  <a:tcPr marL="5494" marR="5494" marT="5494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2D17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Teko" pitchFamily="2" charset="0"/>
                          <a:cs typeface="Teko" pitchFamily="2" charset="0"/>
                        </a:rPr>
                        <a:t>38.30</a:t>
                      </a:r>
                    </a:p>
                  </a:txBody>
                  <a:tcPr marL="5494" marR="5494" marT="5494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C17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Teko" pitchFamily="2" charset="0"/>
                          <a:cs typeface="Teko" pitchFamily="2" charset="0"/>
                        </a:rPr>
                        <a:t>37.79</a:t>
                      </a:r>
                    </a:p>
                  </a:txBody>
                  <a:tcPr marL="5494" marR="5494" marT="5494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BF7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Teko" pitchFamily="2" charset="0"/>
                          <a:cs typeface="Teko" pitchFamily="2" charset="0"/>
                        </a:rPr>
                        <a:t>62.86</a:t>
                      </a:r>
                    </a:p>
                  </a:txBody>
                  <a:tcPr marL="5494" marR="5494" marT="5494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D98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Teko" pitchFamily="2" charset="0"/>
                          <a:cs typeface="Teko" pitchFamily="2" charset="0"/>
                        </a:rPr>
                        <a:t>51.17</a:t>
                      </a:r>
                    </a:p>
                  </a:txBody>
                  <a:tcPr marL="5494" marR="5494" marT="5494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78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Teko" pitchFamily="2" charset="0"/>
                          <a:cs typeface="Teko" pitchFamily="2" charset="0"/>
                        </a:rPr>
                        <a:t>54.00</a:t>
                      </a:r>
                    </a:p>
                  </a:txBody>
                  <a:tcPr marL="5494" marR="5494" marT="5494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48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0044182"/>
                  </a:ext>
                </a:extLst>
              </a:tr>
              <a:tr h="13185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50" b="0" i="0" u="none" strike="noStrike" dirty="0">
                          <a:solidFill>
                            <a:schemeClr val="bg1"/>
                          </a:solidFill>
                          <a:effectLst/>
                          <a:latin typeface="Teko" pitchFamily="2" charset="0"/>
                          <a:cs typeface="Teko" pitchFamily="2" charset="0"/>
                        </a:rPr>
                        <a:t>New York Islanders</a:t>
                      </a:r>
                    </a:p>
                  </a:txBody>
                  <a:tcPr marL="5494" marR="5494" marT="5494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Teko" pitchFamily="2" charset="0"/>
                          <a:cs typeface="Teko" pitchFamily="2" charset="0"/>
                        </a:rPr>
                        <a:t>38.01</a:t>
                      </a:r>
                    </a:p>
                  </a:txBody>
                  <a:tcPr marL="5494" marR="5494" marT="5494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AB7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Teko" pitchFamily="2" charset="0"/>
                          <a:cs typeface="Teko" pitchFamily="2" charset="0"/>
                        </a:rPr>
                        <a:t>68.37</a:t>
                      </a:r>
                    </a:p>
                  </a:txBody>
                  <a:tcPr marL="5494" marR="5494" marT="5494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1D07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Teko" pitchFamily="2" charset="0"/>
                          <a:cs typeface="Teko" pitchFamily="2" charset="0"/>
                        </a:rPr>
                        <a:t>69.92</a:t>
                      </a:r>
                    </a:p>
                  </a:txBody>
                  <a:tcPr marL="5494" marR="5494" marT="5494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D07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Teko" pitchFamily="2" charset="0"/>
                          <a:cs typeface="Teko" pitchFamily="2" charset="0"/>
                        </a:rPr>
                        <a:t>46.52</a:t>
                      </a:r>
                    </a:p>
                  </a:txBody>
                  <a:tcPr marL="5494" marR="5494" marT="5494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8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Teko" pitchFamily="2" charset="0"/>
                          <a:cs typeface="Teko" pitchFamily="2" charset="0"/>
                        </a:rPr>
                        <a:t>55.70</a:t>
                      </a:r>
                    </a:p>
                  </a:txBody>
                  <a:tcPr marL="5494" marR="5494" marT="5494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D8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Teko" pitchFamily="2" charset="0"/>
                          <a:cs typeface="Teko" pitchFamily="2" charset="0"/>
                        </a:rPr>
                        <a:t>54.00</a:t>
                      </a:r>
                    </a:p>
                  </a:txBody>
                  <a:tcPr marL="5494" marR="5494" marT="5494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48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3555516"/>
                  </a:ext>
                </a:extLst>
              </a:tr>
              <a:tr h="13185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50" b="0" i="0" u="none" strike="noStrike">
                          <a:solidFill>
                            <a:schemeClr val="bg1"/>
                          </a:solidFill>
                          <a:effectLst/>
                          <a:latin typeface="Teko" pitchFamily="2" charset="0"/>
                          <a:cs typeface="Teko" pitchFamily="2" charset="0"/>
                        </a:rPr>
                        <a:t>Edmonton Oilers</a:t>
                      </a:r>
                    </a:p>
                  </a:txBody>
                  <a:tcPr marL="5494" marR="5494" marT="5494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Teko" pitchFamily="2" charset="0"/>
                          <a:cs typeface="Teko" pitchFamily="2" charset="0"/>
                        </a:rPr>
                        <a:t>77.20</a:t>
                      </a:r>
                    </a:p>
                  </a:txBody>
                  <a:tcPr marL="5494" marR="5494" marT="5494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BE7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Teko" pitchFamily="2" charset="0"/>
                          <a:cs typeface="Teko" pitchFamily="2" charset="0"/>
                        </a:rPr>
                        <a:t>38.25</a:t>
                      </a:r>
                    </a:p>
                  </a:txBody>
                  <a:tcPr marL="5494" marR="5494" marT="5494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C17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Teko" pitchFamily="2" charset="0"/>
                          <a:cs typeface="Teko" pitchFamily="2" charset="0"/>
                        </a:rPr>
                        <a:t>39.63</a:t>
                      </a:r>
                    </a:p>
                  </a:txBody>
                  <a:tcPr marL="5494" marR="5494" marT="5494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C67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Teko" pitchFamily="2" charset="0"/>
                          <a:cs typeface="Teko" pitchFamily="2" charset="0"/>
                        </a:rPr>
                        <a:t>36.03</a:t>
                      </a:r>
                    </a:p>
                  </a:txBody>
                  <a:tcPr marL="5494" marR="5494" marT="5494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B07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Teko" pitchFamily="2" charset="0"/>
                          <a:cs typeface="Teko" pitchFamily="2" charset="0"/>
                        </a:rPr>
                        <a:t>47.78</a:t>
                      </a:r>
                    </a:p>
                  </a:txBody>
                  <a:tcPr marL="5494" marR="5494" marT="5494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18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Teko" pitchFamily="2" charset="0"/>
                          <a:cs typeface="Teko" pitchFamily="2" charset="0"/>
                        </a:rPr>
                        <a:t>53.00</a:t>
                      </a:r>
                    </a:p>
                  </a:txBody>
                  <a:tcPr marL="5494" marR="5494" marT="5494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68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601604"/>
                  </a:ext>
                </a:extLst>
              </a:tr>
              <a:tr h="13185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50" b="0" i="0" u="none" strike="noStrike">
                          <a:solidFill>
                            <a:schemeClr val="bg1"/>
                          </a:solidFill>
                          <a:effectLst/>
                          <a:latin typeface="Teko" pitchFamily="2" charset="0"/>
                          <a:cs typeface="Teko" pitchFamily="2" charset="0"/>
                        </a:rPr>
                        <a:t>Ottawa Senators</a:t>
                      </a:r>
                    </a:p>
                  </a:txBody>
                  <a:tcPr marL="5494" marR="5494" marT="5494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Teko" pitchFamily="2" charset="0"/>
                          <a:cs typeface="Teko" pitchFamily="2" charset="0"/>
                        </a:rPr>
                        <a:t>59.59</a:t>
                      </a:r>
                    </a:p>
                  </a:txBody>
                  <a:tcPr marL="5494" marR="5494" marT="5494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DA8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Teko" pitchFamily="2" charset="0"/>
                          <a:cs typeface="Teko" pitchFamily="2" charset="0"/>
                        </a:rPr>
                        <a:t>30.63</a:t>
                      </a:r>
                    </a:p>
                  </a:txBody>
                  <a:tcPr marL="5494" marR="5494" marT="5494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A77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Teko" pitchFamily="2" charset="0"/>
                          <a:cs typeface="Teko" pitchFamily="2" charset="0"/>
                        </a:rPr>
                        <a:t>36.77</a:t>
                      </a:r>
                    </a:p>
                  </a:txBody>
                  <a:tcPr marL="5494" marR="5494" marT="5494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BB7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Teko" pitchFamily="2" charset="0"/>
                          <a:cs typeface="Teko" pitchFamily="2" charset="0"/>
                        </a:rPr>
                        <a:t>67.77</a:t>
                      </a:r>
                    </a:p>
                  </a:txBody>
                  <a:tcPr marL="5494" marR="5494" marT="5494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D4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Teko" pitchFamily="2" charset="0"/>
                          <a:cs typeface="Teko" pitchFamily="2" charset="0"/>
                        </a:rPr>
                        <a:t>48.69</a:t>
                      </a:r>
                    </a:p>
                  </a:txBody>
                  <a:tcPr marL="5494" marR="5494" marT="5494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78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Teko" pitchFamily="2" charset="0"/>
                          <a:cs typeface="Teko" pitchFamily="2" charset="0"/>
                        </a:rPr>
                        <a:t>52.00</a:t>
                      </a:r>
                    </a:p>
                  </a:txBody>
                  <a:tcPr marL="5494" marR="5494" marT="5494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88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1652383"/>
                  </a:ext>
                </a:extLst>
              </a:tr>
              <a:tr h="13185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50" b="0" i="0" u="none" strike="noStrike" dirty="0">
                          <a:solidFill>
                            <a:schemeClr val="bg1"/>
                          </a:solidFill>
                          <a:effectLst/>
                          <a:latin typeface="Teko" pitchFamily="2" charset="0"/>
                          <a:cs typeface="Teko" pitchFamily="2" charset="0"/>
                        </a:rPr>
                        <a:t>Detroit Red Wings</a:t>
                      </a:r>
                    </a:p>
                  </a:txBody>
                  <a:tcPr marL="5494" marR="5494" marT="5494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Teko" pitchFamily="2" charset="0"/>
                          <a:cs typeface="Teko" pitchFamily="2" charset="0"/>
                        </a:rPr>
                        <a:t>48.61</a:t>
                      </a:r>
                    </a:p>
                  </a:txBody>
                  <a:tcPr marL="5494" marR="5494" marT="5494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8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Teko" pitchFamily="2" charset="0"/>
                          <a:cs typeface="Teko" pitchFamily="2" charset="0"/>
                        </a:rPr>
                        <a:t>56.92</a:t>
                      </a:r>
                    </a:p>
                  </a:txBody>
                  <a:tcPr marL="5494" marR="5494" marT="5494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8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Teko" pitchFamily="2" charset="0"/>
                          <a:cs typeface="Teko" pitchFamily="2" charset="0"/>
                        </a:rPr>
                        <a:t>59.15</a:t>
                      </a:r>
                    </a:p>
                  </a:txBody>
                  <a:tcPr marL="5494" marR="5494" marT="5494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E8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Teko" pitchFamily="2" charset="0"/>
                          <a:cs typeface="Teko" pitchFamily="2" charset="0"/>
                        </a:rPr>
                        <a:t>27.10</a:t>
                      </a:r>
                    </a:p>
                  </a:txBody>
                  <a:tcPr marL="5494" marR="5494" marT="5494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7D6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Teko" pitchFamily="2" charset="0"/>
                          <a:cs typeface="Teko" pitchFamily="2" charset="0"/>
                        </a:rPr>
                        <a:t>47.95</a:t>
                      </a:r>
                    </a:p>
                  </a:txBody>
                  <a:tcPr marL="5494" marR="5494" marT="5494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8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Teko" pitchFamily="2" charset="0"/>
                          <a:cs typeface="Teko" pitchFamily="2" charset="0"/>
                        </a:rPr>
                        <a:t>51.00</a:t>
                      </a:r>
                    </a:p>
                  </a:txBody>
                  <a:tcPr marL="5494" marR="5494" marT="5494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A8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8155047"/>
                  </a:ext>
                </a:extLst>
              </a:tr>
              <a:tr h="13185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50" b="0" i="0" u="none" strike="noStrike">
                          <a:solidFill>
                            <a:schemeClr val="bg1"/>
                          </a:solidFill>
                          <a:effectLst/>
                          <a:latin typeface="Teko" pitchFamily="2" charset="0"/>
                          <a:cs typeface="Teko" pitchFamily="2" charset="0"/>
                        </a:rPr>
                        <a:t>Columbus Blue Jackets</a:t>
                      </a:r>
                    </a:p>
                  </a:txBody>
                  <a:tcPr marL="5494" marR="5494" marT="5494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Teko" pitchFamily="2" charset="0"/>
                          <a:cs typeface="Teko" pitchFamily="2" charset="0"/>
                        </a:rPr>
                        <a:t>50.86</a:t>
                      </a:r>
                    </a:p>
                  </a:txBody>
                  <a:tcPr marL="5494" marR="5494" marT="5494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88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Teko" pitchFamily="2" charset="0"/>
                          <a:cs typeface="Teko" pitchFamily="2" charset="0"/>
                        </a:rPr>
                        <a:t>47.64</a:t>
                      </a:r>
                    </a:p>
                  </a:txBody>
                  <a:tcPr marL="5494" marR="5494" marT="5494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8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Teko" pitchFamily="2" charset="0"/>
                          <a:cs typeface="Teko" pitchFamily="2" charset="0"/>
                        </a:rPr>
                        <a:t>44.92</a:t>
                      </a:r>
                    </a:p>
                  </a:txBody>
                  <a:tcPr marL="5494" marR="5494" marT="5494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DA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Teko" pitchFamily="2" charset="0"/>
                          <a:cs typeface="Teko" pitchFamily="2" charset="0"/>
                        </a:rPr>
                        <a:t>44.09</a:t>
                      </a:r>
                    </a:p>
                  </a:txBody>
                  <a:tcPr marL="5494" marR="5494" marT="5494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DD8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Teko" pitchFamily="2" charset="0"/>
                          <a:cs typeface="Teko" pitchFamily="2" charset="0"/>
                        </a:rPr>
                        <a:t>46.88</a:t>
                      </a:r>
                    </a:p>
                  </a:txBody>
                  <a:tcPr marL="5494" marR="5494" marT="5494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DC8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Teko" pitchFamily="2" charset="0"/>
                          <a:cs typeface="Teko" pitchFamily="2" charset="0"/>
                        </a:rPr>
                        <a:t>50.00</a:t>
                      </a:r>
                    </a:p>
                  </a:txBody>
                  <a:tcPr marL="5494" marR="5494" marT="5494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78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5690633"/>
                  </a:ext>
                </a:extLst>
              </a:tr>
              <a:tr h="13185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50" b="0" i="0" u="none" strike="noStrike">
                          <a:solidFill>
                            <a:schemeClr val="bg1"/>
                          </a:solidFill>
                          <a:effectLst/>
                          <a:latin typeface="Teko" pitchFamily="2" charset="0"/>
                          <a:cs typeface="Teko" pitchFamily="2" charset="0"/>
                        </a:rPr>
                        <a:t>Anaheim Ducks</a:t>
                      </a:r>
                    </a:p>
                  </a:txBody>
                  <a:tcPr marL="5494" marR="5494" marT="5494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Teko" pitchFamily="2" charset="0"/>
                          <a:cs typeface="Teko" pitchFamily="2" charset="0"/>
                        </a:rPr>
                        <a:t>56.48</a:t>
                      </a:r>
                    </a:p>
                  </a:txBody>
                  <a:tcPr marL="5494" marR="5494" marT="5494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DF8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Teko" pitchFamily="2" charset="0"/>
                          <a:cs typeface="Teko" pitchFamily="2" charset="0"/>
                        </a:rPr>
                        <a:t>33.48</a:t>
                      </a:r>
                    </a:p>
                  </a:txBody>
                  <a:tcPr marL="5494" marR="5494" marT="5494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B17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Teko" pitchFamily="2" charset="0"/>
                          <a:cs typeface="Teko" pitchFamily="2" charset="0"/>
                        </a:rPr>
                        <a:t>27.21</a:t>
                      </a:r>
                    </a:p>
                  </a:txBody>
                  <a:tcPr marL="5494" marR="5494" marT="5494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967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Teko" pitchFamily="2" charset="0"/>
                          <a:cs typeface="Teko" pitchFamily="2" charset="0"/>
                        </a:rPr>
                        <a:t>60.99</a:t>
                      </a:r>
                    </a:p>
                  </a:txBody>
                  <a:tcPr marL="5494" marR="5494" marT="5494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DB8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Teko" pitchFamily="2" charset="0"/>
                          <a:cs typeface="Teko" pitchFamily="2" charset="0"/>
                        </a:rPr>
                        <a:t>44.54</a:t>
                      </a:r>
                    </a:p>
                  </a:txBody>
                  <a:tcPr marL="5494" marR="5494" marT="5494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CD7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Teko" pitchFamily="2" charset="0"/>
                          <a:cs typeface="Teko" pitchFamily="2" charset="0"/>
                        </a:rPr>
                        <a:t>48.00</a:t>
                      </a:r>
                    </a:p>
                  </a:txBody>
                  <a:tcPr marL="5494" marR="5494" marT="5494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D78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8348841"/>
                  </a:ext>
                </a:extLst>
              </a:tr>
              <a:tr h="13185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50" b="0" i="0" u="none" strike="noStrike" dirty="0">
                          <a:solidFill>
                            <a:schemeClr val="bg1"/>
                          </a:solidFill>
                          <a:effectLst/>
                          <a:latin typeface="Teko" pitchFamily="2" charset="0"/>
                          <a:cs typeface="Teko" pitchFamily="2" charset="0"/>
                        </a:rPr>
                        <a:t>Seattle Kraken</a:t>
                      </a:r>
                    </a:p>
                  </a:txBody>
                  <a:tcPr marL="5494" marR="5494" marT="5494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Teko" pitchFamily="2" charset="0"/>
                          <a:cs typeface="Teko" pitchFamily="2" charset="0"/>
                        </a:rPr>
                        <a:t>40.38</a:t>
                      </a:r>
                    </a:p>
                  </a:txBody>
                  <a:tcPr marL="5494" marR="5494" marT="5494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B97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Teko" pitchFamily="2" charset="0"/>
                          <a:cs typeface="Teko" pitchFamily="2" charset="0"/>
                        </a:rPr>
                        <a:t>35.60</a:t>
                      </a:r>
                    </a:p>
                  </a:txBody>
                  <a:tcPr marL="5494" marR="5494" marT="5494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B87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Teko" pitchFamily="2" charset="0"/>
                          <a:cs typeface="Teko" pitchFamily="2" charset="0"/>
                        </a:rPr>
                        <a:t>48.67</a:t>
                      </a:r>
                    </a:p>
                  </a:txBody>
                  <a:tcPr marL="5494" marR="5494" marT="5494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98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Teko" pitchFamily="2" charset="0"/>
                          <a:cs typeface="Teko" pitchFamily="2" charset="0"/>
                        </a:rPr>
                        <a:t>29.50</a:t>
                      </a:r>
                    </a:p>
                  </a:txBody>
                  <a:tcPr marL="5494" marR="5494" marT="5494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8B7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Teko" pitchFamily="2" charset="0"/>
                          <a:cs typeface="Teko" pitchFamily="2" charset="0"/>
                        </a:rPr>
                        <a:t>38.54</a:t>
                      </a:r>
                    </a:p>
                  </a:txBody>
                  <a:tcPr marL="5494" marR="5494" marT="5494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A97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Teko" pitchFamily="2" charset="0"/>
                          <a:cs typeface="Teko" pitchFamily="2" charset="0"/>
                        </a:rPr>
                        <a:t>48.00</a:t>
                      </a:r>
                    </a:p>
                  </a:txBody>
                  <a:tcPr marL="5494" marR="5494" marT="5494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D78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0705342"/>
                  </a:ext>
                </a:extLst>
              </a:tr>
              <a:tr h="13185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50" b="0" i="0" u="none" strike="noStrike">
                          <a:solidFill>
                            <a:schemeClr val="bg1"/>
                          </a:solidFill>
                          <a:effectLst/>
                          <a:latin typeface="Teko" pitchFamily="2" charset="0"/>
                          <a:cs typeface="Teko" pitchFamily="2" charset="0"/>
                        </a:rPr>
                        <a:t>Florida Panthers</a:t>
                      </a:r>
                    </a:p>
                  </a:txBody>
                  <a:tcPr marL="5494" marR="5494" marT="5494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Teko" pitchFamily="2" charset="0"/>
                          <a:cs typeface="Teko" pitchFamily="2" charset="0"/>
                        </a:rPr>
                        <a:t>48.49</a:t>
                      </a:r>
                    </a:p>
                  </a:txBody>
                  <a:tcPr marL="5494" marR="5494" marT="5494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A8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Teko" pitchFamily="2" charset="0"/>
                          <a:cs typeface="Teko" pitchFamily="2" charset="0"/>
                        </a:rPr>
                        <a:t>43.68</a:t>
                      </a:r>
                    </a:p>
                  </a:txBody>
                  <a:tcPr marL="5494" marR="5494" marT="5494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D47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Teko" pitchFamily="2" charset="0"/>
                          <a:cs typeface="Teko" pitchFamily="2" charset="0"/>
                        </a:rPr>
                        <a:t>40.32</a:t>
                      </a:r>
                    </a:p>
                  </a:txBody>
                  <a:tcPr marL="5494" marR="5494" marT="5494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C87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Teko" pitchFamily="2" charset="0"/>
                          <a:cs typeface="Teko" pitchFamily="2" charset="0"/>
                        </a:rPr>
                        <a:t>86.97</a:t>
                      </a:r>
                    </a:p>
                  </a:txBody>
                  <a:tcPr marL="5494" marR="5494" marT="5494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BE7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Teko" pitchFamily="2" charset="0"/>
                          <a:cs typeface="Teko" pitchFamily="2" charset="0"/>
                        </a:rPr>
                        <a:t>54.86</a:t>
                      </a:r>
                    </a:p>
                  </a:txBody>
                  <a:tcPr marL="5494" marR="5494" marT="5494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DF8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Teko" pitchFamily="2" charset="0"/>
                          <a:cs typeface="Teko" pitchFamily="2" charset="0"/>
                        </a:rPr>
                        <a:t>47.00</a:t>
                      </a:r>
                    </a:p>
                  </a:txBody>
                  <a:tcPr marL="5494" marR="5494" marT="5494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CF7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9787078"/>
                  </a:ext>
                </a:extLst>
              </a:tr>
              <a:tr h="13185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50" b="0" i="0" u="none" strike="noStrike" dirty="0">
                          <a:solidFill>
                            <a:schemeClr val="bg1"/>
                          </a:solidFill>
                          <a:effectLst/>
                          <a:latin typeface="Teko" pitchFamily="2" charset="0"/>
                          <a:cs typeface="Teko" pitchFamily="2" charset="0"/>
                        </a:rPr>
                        <a:t>Philadelphia Flyers</a:t>
                      </a:r>
                    </a:p>
                  </a:txBody>
                  <a:tcPr marL="5494" marR="5494" marT="5494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Teko" pitchFamily="2" charset="0"/>
                          <a:cs typeface="Teko" pitchFamily="2" charset="0"/>
                        </a:rPr>
                        <a:t>37.63</a:t>
                      </a:r>
                    </a:p>
                  </a:txBody>
                  <a:tcPr marL="5494" marR="5494" marT="5494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A97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Teko" pitchFamily="2" charset="0"/>
                          <a:cs typeface="Teko" pitchFamily="2" charset="0"/>
                        </a:rPr>
                        <a:t>45.93</a:t>
                      </a:r>
                    </a:p>
                  </a:txBody>
                  <a:tcPr marL="5494" marR="5494" marT="5494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DC8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Teko" pitchFamily="2" charset="0"/>
                          <a:cs typeface="Teko" pitchFamily="2" charset="0"/>
                        </a:rPr>
                        <a:t>46.96</a:t>
                      </a:r>
                    </a:p>
                  </a:txBody>
                  <a:tcPr marL="5494" marR="5494" marT="5494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8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Teko" pitchFamily="2" charset="0"/>
                          <a:cs typeface="Teko" pitchFamily="2" charset="0"/>
                        </a:rPr>
                        <a:t>65.62</a:t>
                      </a:r>
                    </a:p>
                  </a:txBody>
                  <a:tcPr marL="5494" marR="5494" marT="5494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6D6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Teko" pitchFamily="2" charset="0"/>
                          <a:cs typeface="Teko" pitchFamily="2" charset="0"/>
                        </a:rPr>
                        <a:t>49.04</a:t>
                      </a:r>
                    </a:p>
                  </a:txBody>
                  <a:tcPr marL="5494" marR="5494" marT="5494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98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Teko" pitchFamily="2" charset="0"/>
                          <a:cs typeface="Teko" pitchFamily="2" charset="0"/>
                        </a:rPr>
                        <a:t>47.00</a:t>
                      </a:r>
                    </a:p>
                  </a:txBody>
                  <a:tcPr marL="5494" marR="5494" marT="5494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CF7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4701356"/>
                  </a:ext>
                </a:extLst>
              </a:tr>
              <a:tr h="13185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50" b="0" i="0" u="none" strike="noStrike">
                          <a:solidFill>
                            <a:schemeClr val="bg1"/>
                          </a:solidFill>
                          <a:effectLst/>
                          <a:latin typeface="Teko" pitchFamily="2" charset="0"/>
                          <a:cs typeface="Teko" pitchFamily="2" charset="0"/>
                        </a:rPr>
                        <a:t>Toronto Maple Leafs</a:t>
                      </a:r>
                    </a:p>
                  </a:txBody>
                  <a:tcPr marL="5494" marR="5494" marT="5494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Teko" pitchFamily="2" charset="0"/>
                          <a:cs typeface="Teko" pitchFamily="2" charset="0"/>
                        </a:rPr>
                        <a:t>51.04</a:t>
                      </a:r>
                    </a:p>
                  </a:txBody>
                  <a:tcPr marL="5494" marR="5494" marT="5494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88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Teko" pitchFamily="2" charset="0"/>
                          <a:cs typeface="Teko" pitchFamily="2" charset="0"/>
                        </a:rPr>
                        <a:t>49.22</a:t>
                      </a:r>
                    </a:p>
                  </a:txBody>
                  <a:tcPr marL="5494" marR="5494" marT="5494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78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Teko" pitchFamily="2" charset="0"/>
                          <a:cs typeface="Teko" pitchFamily="2" charset="0"/>
                        </a:rPr>
                        <a:t>44.01</a:t>
                      </a:r>
                    </a:p>
                  </a:txBody>
                  <a:tcPr marL="5494" marR="5494" marT="5494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D7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Teko" pitchFamily="2" charset="0"/>
                          <a:cs typeface="Teko" pitchFamily="2" charset="0"/>
                        </a:rPr>
                        <a:t>53.04</a:t>
                      </a:r>
                    </a:p>
                  </a:txBody>
                  <a:tcPr marL="5494" marR="5494" marT="5494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48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Teko" pitchFamily="2" charset="0"/>
                          <a:cs typeface="Teko" pitchFamily="2" charset="0"/>
                        </a:rPr>
                        <a:t>49.33</a:t>
                      </a:r>
                    </a:p>
                  </a:txBody>
                  <a:tcPr marL="5494" marR="5494" marT="5494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8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Teko" pitchFamily="2" charset="0"/>
                          <a:cs typeface="Teko" pitchFamily="2" charset="0"/>
                        </a:rPr>
                        <a:t>47.00</a:t>
                      </a:r>
                    </a:p>
                  </a:txBody>
                  <a:tcPr marL="5494" marR="5494" marT="5494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CF7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3000882"/>
                  </a:ext>
                </a:extLst>
              </a:tr>
              <a:tr h="13185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50" b="0" i="0" u="none" strike="noStrike">
                          <a:solidFill>
                            <a:schemeClr val="bg1"/>
                          </a:solidFill>
                          <a:effectLst/>
                          <a:latin typeface="Teko" pitchFamily="2" charset="0"/>
                          <a:cs typeface="Teko" pitchFamily="2" charset="0"/>
                        </a:rPr>
                        <a:t>Winnipeg Jets</a:t>
                      </a:r>
                    </a:p>
                  </a:txBody>
                  <a:tcPr marL="5494" marR="5494" marT="5494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Teko" pitchFamily="2" charset="0"/>
                          <a:cs typeface="Teko" pitchFamily="2" charset="0"/>
                        </a:rPr>
                        <a:t>38.79</a:t>
                      </a:r>
                    </a:p>
                  </a:txBody>
                  <a:tcPr marL="5494" marR="5494" marT="5494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B07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Teko" pitchFamily="2" charset="0"/>
                          <a:cs typeface="Teko" pitchFamily="2" charset="0"/>
                        </a:rPr>
                        <a:t>51.16</a:t>
                      </a:r>
                    </a:p>
                  </a:txBody>
                  <a:tcPr marL="5494" marR="5494" marT="5494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A8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Teko" pitchFamily="2" charset="0"/>
                          <a:cs typeface="Teko" pitchFamily="2" charset="0"/>
                        </a:rPr>
                        <a:t>48.66</a:t>
                      </a:r>
                    </a:p>
                  </a:txBody>
                  <a:tcPr marL="5494" marR="5494" marT="5494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98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Teko" pitchFamily="2" charset="0"/>
                          <a:cs typeface="Teko" pitchFamily="2" charset="0"/>
                        </a:rPr>
                        <a:t>58.17</a:t>
                      </a:r>
                    </a:p>
                  </a:txBody>
                  <a:tcPr marL="5494" marR="5494" marT="5494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F8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Teko" pitchFamily="2" charset="0"/>
                          <a:cs typeface="Teko" pitchFamily="2" charset="0"/>
                        </a:rPr>
                        <a:t>49.19</a:t>
                      </a:r>
                    </a:p>
                  </a:txBody>
                  <a:tcPr marL="5494" marR="5494" marT="5494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A8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Teko" pitchFamily="2" charset="0"/>
                          <a:cs typeface="Teko" pitchFamily="2" charset="0"/>
                        </a:rPr>
                        <a:t>46.00</a:t>
                      </a:r>
                    </a:p>
                  </a:txBody>
                  <a:tcPr marL="5494" marR="5494" marT="5494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C77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4713314"/>
                  </a:ext>
                </a:extLst>
              </a:tr>
              <a:tr h="13185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50" b="0" i="0" u="none" strike="noStrike" dirty="0">
                          <a:solidFill>
                            <a:schemeClr val="bg1"/>
                          </a:solidFill>
                          <a:effectLst/>
                          <a:latin typeface="Teko" pitchFamily="2" charset="0"/>
                          <a:cs typeface="Teko" pitchFamily="2" charset="0"/>
                        </a:rPr>
                        <a:t>Los Angeles Kings</a:t>
                      </a:r>
                    </a:p>
                  </a:txBody>
                  <a:tcPr marL="5494" marR="5494" marT="5494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Teko" pitchFamily="2" charset="0"/>
                          <a:cs typeface="Teko" pitchFamily="2" charset="0"/>
                        </a:rPr>
                        <a:t>27.24</a:t>
                      </a:r>
                    </a:p>
                  </a:txBody>
                  <a:tcPr marL="5494" marR="5494" marT="5494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6A6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Teko" pitchFamily="2" charset="0"/>
                          <a:cs typeface="Teko" pitchFamily="2" charset="0"/>
                        </a:rPr>
                        <a:t>47.49</a:t>
                      </a:r>
                    </a:p>
                  </a:txBody>
                  <a:tcPr marL="5494" marR="5494" marT="5494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18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Teko" pitchFamily="2" charset="0"/>
                          <a:cs typeface="Teko" pitchFamily="2" charset="0"/>
                        </a:rPr>
                        <a:t>49.52</a:t>
                      </a:r>
                    </a:p>
                  </a:txBody>
                  <a:tcPr marL="5494" marR="5494" marT="5494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B8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Teko" pitchFamily="2" charset="0"/>
                          <a:cs typeface="Teko" pitchFamily="2" charset="0"/>
                        </a:rPr>
                        <a:t>45.29</a:t>
                      </a:r>
                    </a:p>
                  </a:txBody>
                  <a:tcPr marL="5494" marR="5494" marT="5494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48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Teko" pitchFamily="2" charset="0"/>
                          <a:cs typeface="Teko" pitchFamily="2" charset="0"/>
                        </a:rPr>
                        <a:t>42.38</a:t>
                      </a:r>
                    </a:p>
                  </a:txBody>
                  <a:tcPr marL="5494" marR="5494" marT="5494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C07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Teko" pitchFamily="2" charset="0"/>
                          <a:cs typeface="Teko" pitchFamily="2" charset="0"/>
                        </a:rPr>
                        <a:t>44.00</a:t>
                      </a:r>
                    </a:p>
                  </a:txBody>
                  <a:tcPr marL="5494" marR="5494" marT="5494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B77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2185218"/>
                  </a:ext>
                </a:extLst>
              </a:tr>
              <a:tr h="13185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50" b="0" i="0" u="none" strike="noStrike">
                          <a:solidFill>
                            <a:schemeClr val="bg1"/>
                          </a:solidFill>
                          <a:effectLst/>
                          <a:latin typeface="Teko" pitchFamily="2" charset="0"/>
                          <a:cs typeface="Teko" pitchFamily="2" charset="0"/>
                        </a:rPr>
                        <a:t>Calgary Flames</a:t>
                      </a:r>
                    </a:p>
                  </a:txBody>
                  <a:tcPr marL="5494" marR="5494" marT="5494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Teko" pitchFamily="2" charset="0"/>
                          <a:cs typeface="Teko" pitchFamily="2" charset="0"/>
                        </a:rPr>
                        <a:t>26.94</a:t>
                      </a:r>
                    </a:p>
                  </a:txBody>
                  <a:tcPr marL="5494" marR="5494" marT="5494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Teko" pitchFamily="2" charset="0"/>
                          <a:cs typeface="Teko" pitchFamily="2" charset="0"/>
                        </a:rPr>
                        <a:t>60.03</a:t>
                      </a:r>
                    </a:p>
                  </a:txBody>
                  <a:tcPr marL="5494" marR="5494" marT="5494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D8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Teko" pitchFamily="2" charset="0"/>
                          <a:cs typeface="Teko" pitchFamily="2" charset="0"/>
                        </a:rPr>
                        <a:t>59.71</a:t>
                      </a:r>
                    </a:p>
                  </a:txBody>
                  <a:tcPr marL="5494" marR="5494" marT="5494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EDD8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Teko" pitchFamily="2" charset="0"/>
                          <a:cs typeface="Teko" pitchFamily="2" charset="0"/>
                        </a:rPr>
                        <a:t>70.35</a:t>
                      </a:r>
                    </a:p>
                  </a:txBody>
                  <a:tcPr marL="5494" marR="5494" marT="5494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4D17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Teko" pitchFamily="2" charset="0"/>
                          <a:cs typeface="Teko" pitchFamily="2" charset="0"/>
                        </a:rPr>
                        <a:t>54.26</a:t>
                      </a:r>
                    </a:p>
                  </a:txBody>
                  <a:tcPr marL="5494" marR="5494" marT="5494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E08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Teko" pitchFamily="2" charset="0"/>
                          <a:cs typeface="Teko" pitchFamily="2" charset="0"/>
                        </a:rPr>
                        <a:t>43.00</a:t>
                      </a:r>
                    </a:p>
                  </a:txBody>
                  <a:tcPr marL="5494" marR="5494" marT="5494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AF7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1872762"/>
                  </a:ext>
                </a:extLst>
              </a:tr>
              <a:tr h="13185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50" b="0" i="0" u="none" strike="noStrike" dirty="0">
                          <a:solidFill>
                            <a:schemeClr val="bg1"/>
                          </a:solidFill>
                          <a:effectLst/>
                          <a:latin typeface="Teko" pitchFamily="2" charset="0"/>
                          <a:cs typeface="Teko" pitchFamily="2" charset="0"/>
                        </a:rPr>
                        <a:t>Nashville Predators</a:t>
                      </a:r>
                    </a:p>
                  </a:txBody>
                  <a:tcPr marL="5494" marR="5494" marT="5494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Teko" pitchFamily="2" charset="0"/>
                          <a:cs typeface="Teko" pitchFamily="2" charset="0"/>
                        </a:rPr>
                        <a:t>47.05</a:t>
                      </a:r>
                    </a:p>
                  </a:txBody>
                  <a:tcPr marL="5494" marR="5494" marT="5494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18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Teko" pitchFamily="2" charset="0"/>
                          <a:cs typeface="Teko" pitchFamily="2" charset="0"/>
                        </a:rPr>
                        <a:t>42.52</a:t>
                      </a:r>
                    </a:p>
                  </a:txBody>
                  <a:tcPr marL="5494" marR="5494" marT="5494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D07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Teko" pitchFamily="2" charset="0"/>
                          <a:cs typeface="Teko" pitchFamily="2" charset="0"/>
                        </a:rPr>
                        <a:t>34.51</a:t>
                      </a:r>
                    </a:p>
                  </a:txBody>
                  <a:tcPr marL="5494" marR="5494" marT="5494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B27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Teko" pitchFamily="2" charset="0"/>
                          <a:cs typeface="Teko" pitchFamily="2" charset="0"/>
                        </a:rPr>
                        <a:t>43.41</a:t>
                      </a:r>
                    </a:p>
                  </a:txBody>
                  <a:tcPr marL="5494" marR="5494" marT="5494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D9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Teko" pitchFamily="2" charset="0"/>
                          <a:cs typeface="Teko" pitchFamily="2" charset="0"/>
                        </a:rPr>
                        <a:t>41.87</a:t>
                      </a:r>
                    </a:p>
                  </a:txBody>
                  <a:tcPr marL="5494" marR="5494" marT="5494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BD7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Teko" pitchFamily="2" charset="0"/>
                          <a:cs typeface="Teko" pitchFamily="2" charset="0"/>
                        </a:rPr>
                        <a:t>43.00</a:t>
                      </a:r>
                    </a:p>
                  </a:txBody>
                  <a:tcPr marL="5494" marR="5494" marT="5494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AF7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6434224"/>
                  </a:ext>
                </a:extLst>
              </a:tr>
              <a:tr h="13185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50" b="0" i="0" u="none" strike="noStrike" dirty="0">
                          <a:solidFill>
                            <a:schemeClr val="bg1"/>
                          </a:solidFill>
                          <a:effectLst/>
                          <a:latin typeface="Teko" pitchFamily="2" charset="0"/>
                          <a:cs typeface="Teko" pitchFamily="2" charset="0"/>
                        </a:rPr>
                        <a:t>San Jose Sharks</a:t>
                      </a:r>
                    </a:p>
                  </a:txBody>
                  <a:tcPr marL="5494" marR="5494" marT="5494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Teko" pitchFamily="2" charset="0"/>
                          <a:cs typeface="Teko" pitchFamily="2" charset="0"/>
                        </a:rPr>
                        <a:t>47.00</a:t>
                      </a:r>
                    </a:p>
                  </a:txBody>
                  <a:tcPr marL="5494" marR="5494" marT="5494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18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Teko" pitchFamily="2" charset="0"/>
                          <a:cs typeface="Teko" pitchFamily="2" charset="0"/>
                        </a:rPr>
                        <a:t>32.03</a:t>
                      </a:r>
                    </a:p>
                  </a:txBody>
                  <a:tcPr marL="5494" marR="5494" marT="5494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AC7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Teko" pitchFamily="2" charset="0"/>
                          <a:cs typeface="Teko" pitchFamily="2" charset="0"/>
                        </a:rPr>
                        <a:t>29.99</a:t>
                      </a:r>
                    </a:p>
                  </a:txBody>
                  <a:tcPr marL="5494" marR="5494" marT="5494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A07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Teko" pitchFamily="2" charset="0"/>
                          <a:cs typeface="Teko" pitchFamily="2" charset="0"/>
                        </a:rPr>
                        <a:t>46.89</a:t>
                      </a:r>
                    </a:p>
                  </a:txBody>
                  <a:tcPr marL="5494" marR="5494" marT="5494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B8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Teko" pitchFamily="2" charset="0"/>
                          <a:cs typeface="Teko" pitchFamily="2" charset="0"/>
                        </a:rPr>
                        <a:t>38.98</a:t>
                      </a:r>
                    </a:p>
                  </a:txBody>
                  <a:tcPr marL="5494" marR="5494" marT="5494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AB7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Teko" pitchFamily="2" charset="0"/>
                          <a:cs typeface="Teko" pitchFamily="2" charset="0"/>
                        </a:rPr>
                        <a:t>43.00</a:t>
                      </a:r>
                    </a:p>
                  </a:txBody>
                  <a:tcPr marL="5494" marR="5494" marT="5494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AF7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1163303"/>
                  </a:ext>
                </a:extLst>
              </a:tr>
              <a:tr h="13185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50" b="0" i="0" u="none" strike="noStrike" dirty="0">
                          <a:solidFill>
                            <a:schemeClr val="bg1"/>
                          </a:solidFill>
                          <a:effectLst/>
                          <a:latin typeface="Teko" pitchFamily="2" charset="0"/>
                          <a:cs typeface="Teko" pitchFamily="2" charset="0"/>
                        </a:rPr>
                        <a:t>Chicago Blackhawks</a:t>
                      </a:r>
                    </a:p>
                  </a:txBody>
                  <a:tcPr marL="5494" marR="5494" marT="5494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Teko" pitchFamily="2" charset="0"/>
                          <a:cs typeface="Teko" pitchFamily="2" charset="0"/>
                        </a:rPr>
                        <a:t>32.01</a:t>
                      </a:r>
                    </a:p>
                  </a:txBody>
                  <a:tcPr marL="5494" marR="5494" marT="5494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877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Teko" pitchFamily="2" charset="0"/>
                          <a:cs typeface="Teko" pitchFamily="2" charset="0"/>
                        </a:rPr>
                        <a:t>61.55</a:t>
                      </a:r>
                    </a:p>
                  </a:txBody>
                  <a:tcPr marL="5494" marR="5494" marT="5494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DA8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Teko" pitchFamily="2" charset="0"/>
                          <a:cs typeface="Teko" pitchFamily="2" charset="0"/>
                        </a:rPr>
                        <a:t>52.89</a:t>
                      </a:r>
                    </a:p>
                  </a:txBody>
                  <a:tcPr marL="5494" marR="5494" marT="5494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68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Teko" pitchFamily="2" charset="0"/>
                          <a:cs typeface="Teko" pitchFamily="2" charset="0"/>
                        </a:rPr>
                        <a:t>35.42</a:t>
                      </a:r>
                    </a:p>
                  </a:txBody>
                  <a:tcPr marL="5494" marR="5494" marT="5494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AC7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Teko" pitchFamily="2" charset="0"/>
                          <a:cs typeface="Teko" pitchFamily="2" charset="0"/>
                        </a:rPr>
                        <a:t>45.47</a:t>
                      </a:r>
                    </a:p>
                  </a:txBody>
                  <a:tcPr marL="5494" marR="5494" marT="5494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D37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Teko" pitchFamily="2" charset="0"/>
                          <a:cs typeface="Teko" pitchFamily="2" charset="0"/>
                        </a:rPr>
                        <a:t>42.00</a:t>
                      </a:r>
                    </a:p>
                  </a:txBody>
                  <a:tcPr marL="5494" marR="5494" marT="5494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A87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1087971"/>
                  </a:ext>
                </a:extLst>
              </a:tr>
              <a:tr h="13185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50" b="0" i="0" u="none" strike="noStrike" dirty="0">
                          <a:solidFill>
                            <a:schemeClr val="bg1"/>
                          </a:solidFill>
                          <a:effectLst/>
                          <a:latin typeface="Teko" pitchFamily="2" charset="0"/>
                          <a:cs typeface="Teko" pitchFamily="2" charset="0"/>
                        </a:rPr>
                        <a:t>New York Rangers</a:t>
                      </a:r>
                    </a:p>
                  </a:txBody>
                  <a:tcPr marL="5494" marR="5494" marT="5494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Teko" pitchFamily="2" charset="0"/>
                          <a:cs typeface="Teko" pitchFamily="2" charset="0"/>
                        </a:rPr>
                        <a:t>33.46</a:t>
                      </a:r>
                    </a:p>
                  </a:txBody>
                  <a:tcPr marL="5494" marR="5494" marT="5494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907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Teko" pitchFamily="2" charset="0"/>
                          <a:cs typeface="Teko" pitchFamily="2" charset="0"/>
                        </a:rPr>
                        <a:t>44.57</a:t>
                      </a:r>
                    </a:p>
                  </a:txBody>
                  <a:tcPr marL="5494" marR="5494" marT="5494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D7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Teko" pitchFamily="2" charset="0"/>
                          <a:cs typeface="Teko" pitchFamily="2" charset="0"/>
                        </a:rPr>
                        <a:t>46.83</a:t>
                      </a:r>
                    </a:p>
                  </a:txBody>
                  <a:tcPr marL="5494" marR="5494" marT="5494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8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Teko" pitchFamily="2" charset="0"/>
                          <a:cs typeface="Teko" pitchFamily="2" charset="0"/>
                        </a:rPr>
                        <a:t>72.38</a:t>
                      </a:r>
                    </a:p>
                  </a:txBody>
                  <a:tcPr marL="5494" marR="5494" marT="5494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CCF7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Teko" pitchFamily="2" charset="0"/>
                          <a:cs typeface="Teko" pitchFamily="2" charset="0"/>
                        </a:rPr>
                        <a:t>49.31</a:t>
                      </a:r>
                    </a:p>
                  </a:txBody>
                  <a:tcPr marL="5494" marR="5494" marT="5494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A8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Teko" pitchFamily="2" charset="0"/>
                          <a:cs typeface="Teko" pitchFamily="2" charset="0"/>
                        </a:rPr>
                        <a:t>41.00</a:t>
                      </a:r>
                    </a:p>
                  </a:txBody>
                  <a:tcPr marL="5494" marR="5494" marT="5494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A07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7485868"/>
                  </a:ext>
                </a:extLst>
              </a:tr>
              <a:tr h="13185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50" b="0" i="0" u="none" strike="noStrike" dirty="0">
                          <a:solidFill>
                            <a:schemeClr val="bg1"/>
                          </a:solidFill>
                          <a:effectLst/>
                          <a:latin typeface="Teko" pitchFamily="2" charset="0"/>
                          <a:cs typeface="Teko" pitchFamily="2" charset="0"/>
                        </a:rPr>
                        <a:t>New Jersey Devils</a:t>
                      </a:r>
                    </a:p>
                  </a:txBody>
                  <a:tcPr marL="5494" marR="5494" marT="5494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Teko" pitchFamily="2" charset="0"/>
                          <a:cs typeface="Teko" pitchFamily="2" charset="0"/>
                        </a:rPr>
                        <a:t>29.18</a:t>
                      </a:r>
                    </a:p>
                  </a:txBody>
                  <a:tcPr marL="5494" marR="5494" marT="5494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766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Teko" pitchFamily="2" charset="0"/>
                          <a:cs typeface="Teko" pitchFamily="2" charset="0"/>
                        </a:rPr>
                        <a:t>56.07</a:t>
                      </a:r>
                    </a:p>
                  </a:txBody>
                  <a:tcPr marL="5494" marR="5494" marT="5494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38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Teko" pitchFamily="2" charset="0"/>
                          <a:cs typeface="Teko" pitchFamily="2" charset="0"/>
                        </a:rPr>
                        <a:t>53.92</a:t>
                      </a:r>
                    </a:p>
                  </a:txBody>
                  <a:tcPr marL="5494" marR="5494" marT="5494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58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Teko" pitchFamily="2" charset="0"/>
                          <a:cs typeface="Teko" pitchFamily="2" charset="0"/>
                        </a:rPr>
                        <a:t>38.88</a:t>
                      </a:r>
                    </a:p>
                  </a:txBody>
                  <a:tcPr marL="5494" marR="5494" marT="5494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C07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Teko" pitchFamily="2" charset="0"/>
                          <a:cs typeface="Teko" pitchFamily="2" charset="0"/>
                        </a:rPr>
                        <a:t>44.51</a:t>
                      </a:r>
                    </a:p>
                  </a:txBody>
                  <a:tcPr marL="5494" marR="5494" marT="5494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CD7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Teko" pitchFamily="2" charset="0"/>
                          <a:cs typeface="Teko" pitchFamily="2" charset="0"/>
                        </a:rPr>
                        <a:t>40.00</a:t>
                      </a:r>
                    </a:p>
                  </a:txBody>
                  <a:tcPr marL="5494" marR="5494" marT="5494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987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4894540"/>
                  </a:ext>
                </a:extLst>
              </a:tr>
              <a:tr h="13185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50" b="0" i="0" u="none" strike="noStrike" dirty="0">
                          <a:solidFill>
                            <a:schemeClr val="bg1"/>
                          </a:solidFill>
                          <a:effectLst/>
                          <a:latin typeface="Teko" pitchFamily="2" charset="0"/>
                          <a:cs typeface="Teko" pitchFamily="2" charset="0"/>
                        </a:rPr>
                        <a:t>St. Louis Blues</a:t>
                      </a:r>
                    </a:p>
                  </a:txBody>
                  <a:tcPr marL="5494" marR="5494" marT="5494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Teko" pitchFamily="2" charset="0"/>
                          <a:cs typeface="Teko" pitchFamily="2" charset="0"/>
                        </a:rPr>
                        <a:t>28.35</a:t>
                      </a:r>
                    </a:p>
                  </a:txBody>
                  <a:tcPr marL="5494" marR="5494" marT="5494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716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Teko" pitchFamily="2" charset="0"/>
                          <a:cs typeface="Teko" pitchFamily="2" charset="0"/>
                        </a:rPr>
                        <a:t>28.03</a:t>
                      </a:r>
                    </a:p>
                  </a:txBody>
                  <a:tcPr marL="5494" marR="5494" marT="5494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9E7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Teko" pitchFamily="2" charset="0"/>
                          <a:cs typeface="Teko" pitchFamily="2" charset="0"/>
                        </a:rPr>
                        <a:t>28.61</a:t>
                      </a:r>
                    </a:p>
                  </a:txBody>
                  <a:tcPr marL="5494" marR="5494" marT="5494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9B7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Teko" pitchFamily="2" charset="0"/>
                          <a:cs typeface="Teko" pitchFamily="2" charset="0"/>
                        </a:rPr>
                        <a:t>61.72</a:t>
                      </a:r>
                    </a:p>
                  </a:txBody>
                  <a:tcPr marL="5494" marR="5494" marT="5494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DB8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Teko" pitchFamily="2" charset="0"/>
                          <a:cs typeface="Teko" pitchFamily="2" charset="0"/>
                        </a:rPr>
                        <a:t>36.68</a:t>
                      </a:r>
                    </a:p>
                  </a:txBody>
                  <a:tcPr marL="5494" marR="5494" marT="5494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9D7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Teko" pitchFamily="2" charset="0"/>
                          <a:cs typeface="Teko" pitchFamily="2" charset="0"/>
                        </a:rPr>
                        <a:t>36.00</a:t>
                      </a:r>
                    </a:p>
                  </a:txBody>
                  <a:tcPr marL="5494" marR="5494" marT="5494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78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207284"/>
                  </a:ext>
                </a:extLst>
              </a:tr>
              <a:tr h="13185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50" b="0" i="0" u="none" strike="noStrike" dirty="0">
                          <a:solidFill>
                            <a:schemeClr val="bg1"/>
                          </a:solidFill>
                          <a:effectLst/>
                          <a:latin typeface="Teko" pitchFamily="2" charset="0"/>
                          <a:cs typeface="Teko" pitchFamily="2" charset="0"/>
                        </a:rPr>
                        <a:t>Vancouver Canucks</a:t>
                      </a:r>
                    </a:p>
                  </a:txBody>
                  <a:tcPr marL="5494" marR="5494" marT="5494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Teko" pitchFamily="2" charset="0"/>
                          <a:cs typeface="Teko" pitchFamily="2" charset="0"/>
                        </a:rPr>
                        <a:t>29.38</a:t>
                      </a:r>
                    </a:p>
                  </a:txBody>
                  <a:tcPr marL="5494" marR="5494" marT="5494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776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Teko" pitchFamily="2" charset="0"/>
                          <a:cs typeface="Teko" pitchFamily="2" charset="0"/>
                        </a:rPr>
                        <a:t>12.51</a:t>
                      </a:r>
                    </a:p>
                  </a:txBody>
                  <a:tcPr marL="5494" marR="5494" marT="5494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Teko" pitchFamily="2" charset="0"/>
                          <a:cs typeface="Teko" pitchFamily="2" charset="0"/>
                        </a:rPr>
                        <a:t>15.62</a:t>
                      </a:r>
                    </a:p>
                  </a:txBody>
                  <a:tcPr marL="5494" marR="5494" marT="5494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Teko" pitchFamily="2" charset="0"/>
                          <a:cs typeface="Teko" pitchFamily="2" charset="0"/>
                        </a:rPr>
                        <a:t>54.52</a:t>
                      </a:r>
                    </a:p>
                  </a:txBody>
                  <a:tcPr marL="5494" marR="5494" marT="5494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38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Teko" pitchFamily="2" charset="0"/>
                          <a:cs typeface="Teko" pitchFamily="2" charset="0"/>
                        </a:rPr>
                        <a:t>28.01</a:t>
                      </a:r>
                    </a:p>
                  </a:txBody>
                  <a:tcPr marL="5494" marR="5494" marT="5494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Teko" pitchFamily="2" charset="0"/>
                          <a:cs typeface="Teko" pitchFamily="2" charset="0"/>
                        </a:rPr>
                        <a:t>34.00</a:t>
                      </a:r>
                    </a:p>
                  </a:txBody>
                  <a:tcPr marL="5494" marR="5494" marT="5494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69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9737593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43755C89-C40B-2802-7ECF-E2CD02E9F049}"/>
              </a:ext>
            </a:extLst>
          </p:cNvPr>
          <p:cNvSpPr/>
          <p:nvPr/>
        </p:nvSpPr>
        <p:spPr>
          <a:xfrm>
            <a:off x="3028950" y="946150"/>
            <a:ext cx="565150" cy="17145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AB872E6-E7DA-A2BE-6BD1-F72505551C89}"/>
              </a:ext>
            </a:extLst>
          </p:cNvPr>
          <p:cNvSpPr txBox="1"/>
          <p:nvPr/>
        </p:nvSpPr>
        <p:spPr>
          <a:xfrm>
            <a:off x="5840349" y="946150"/>
            <a:ext cx="3765774" cy="369332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Teko" pitchFamily="2" charset="0"/>
                <a:cs typeface="Teko" pitchFamily="2" charset="0"/>
              </a:rPr>
              <a:t>Lower physicality will have higher impact in playoffs </a:t>
            </a:r>
          </a:p>
        </p:txBody>
      </p:sp>
      <p:cxnSp>
        <p:nvCxnSpPr>
          <p:cNvPr id="8" name="Connector: Elbow 7">
            <a:extLst>
              <a:ext uri="{FF2B5EF4-FFF2-40B4-BE49-F238E27FC236}">
                <a16:creationId xmlns:a16="http://schemas.microsoft.com/office/drawing/2014/main" id="{BFCA5B99-9A90-1446-D89D-D9334193BE97}"/>
              </a:ext>
            </a:extLst>
          </p:cNvPr>
          <p:cNvCxnSpPr>
            <a:stCxn id="5" idx="3"/>
            <a:endCxn id="6" idx="1"/>
          </p:cNvCxnSpPr>
          <p:nvPr/>
        </p:nvCxnSpPr>
        <p:spPr>
          <a:xfrm>
            <a:off x="3594100" y="1031875"/>
            <a:ext cx="2246249" cy="98941"/>
          </a:xfrm>
          <a:prstGeom prst="bentConnector3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B6DD0BC6-D0B8-0F71-71A8-2957A5F788FE}"/>
              </a:ext>
            </a:extLst>
          </p:cNvPr>
          <p:cNvSpPr/>
          <p:nvPr/>
        </p:nvSpPr>
        <p:spPr>
          <a:xfrm>
            <a:off x="1885950" y="2260600"/>
            <a:ext cx="1149350" cy="17145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EF83535-4D6C-D94D-4724-7077BEE81BF8}"/>
              </a:ext>
            </a:extLst>
          </p:cNvPr>
          <p:cNvSpPr txBox="1"/>
          <p:nvPr/>
        </p:nvSpPr>
        <p:spPr>
          <a:xfrm>
            <a:off x="5840349" y="2432050"/>
            <a:ext cx="4597734" cy="369332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Teko" pitchFamily="2" charset="0"/>
                <a:cs typeface="Teko" pitchFamily="2" charset="0"/>
              </a:rPr>
              <a:t>Two areas to assess and improve: defensive play and goaltending</a:t>
            </a:r>
          </a:p>
        </p:txBody>
      </p:sp>
      <p:cxnSp>
        <p:nvCxnSpPr>
          <p:cNvPr id="12" name="Connector: Elbow 11">
            <a:extLst>
              <a:ext uri="{FF2B5EF4-FFF2-40B4-BE49-F238E27FC236}">
                <a16:creationId xmlns:a16="http://schemas.microsoft.com/office/drawing/2014/main" id="{831F2B01-C6E5-286F-6C70-5D6096CF2ED0}"/>
              </a:ext>
            </a:extLst>
          </p:cNvPr>
          <p:cNvCxnSpPr>
            <a:stCxn id="9" idx="3"/>
            <a:endCxn id="10" idx="1"/>
          </p:cNvCxnSpPr>
          <p:nvPr/>
        </p:nvCxnSpPr>
        <p:spPr>
          <a:xfrm>
            <a:off x="3035300" y="2346325"/>
            <a:ext cx="2805049" cy="270391"/>
          </a:xfrm>
          <a:prstGeom prst="bentConnector3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8D761EFC-AA84-2213-A37F-2E5010F67FC5}"/>
              </a:ext>
            </a:extLst>
          </p:cNvPr>
          <p:cNvSpPr/>
          <p:nvPr/>
        </p:nvSpPr>
        <p:spPr>
          <a:xfrm>
            <a:off x="3035300" y="1273179"/>
            <a:ext cx="565150" cy="17145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238C18A-109B-99FF-109F-3EF115515097}"/>
              </a:ext>
            </a:extLst>
          </p:cNvPr>
          <p:cNvSpPr/>
          <p:nvPr/>
        </p:nvSpPr>
        <p:spPr>
          <a:xfrm>
            <a:off x="3035300" y="1603371"/>
            <a:ext cx="565150" cy="17145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" name="Connector: Elbow 15">
            <a:extLst>
              <a:ext uri="{FF2B5EF4-FFF2-40B4-BE49-F238E27FC236}">
                <a16:creationId xmlns:a16="http://schemas.microsoft.com/office/drawing/2014/main" id="{D725D057-5BB3-CD4B-518C-F70C9D57DF05}"/>
              </a:ext>
            </a:extLst>
          </p:cNvPr>
          <p:cNvCxnSpPr>
            <a:stCxn id="13" idx="3"/>
            <a:endCxn id="6" idx="1"/>
          </p:cNvCxnSpPr>
          <p:nvPr/>
        </p:nvCxnSpPr>
        <p:spPr>
          <a:xfrm flipV="1">
            <a:off x="3600450" y="1130816"/>
            <a:ext cx="2239899" cy="228088"/>
          </a:xfrm>
          <a:prstGeom prst="bentConnector3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: Elbow 17">
            <a:extLst>
              <a:ext uri="{FF2B5EF4-FFF2-40B4-BE49-F238E27FC236}">
                <a16:creationId xmlns:a16="http://schemas.microsoft.com/office/drawing/2014/main" id="{7DE38BCF-1F78-A50A-C757-76BA85F495F5}"/>
              </a:ext>
            </a:extLst>
          </p:cNvPr>
          <p:cNvCxnSpPr>
            <a:stCxn id="14" idx="3"/>
            <a:endCxn id="6" idx="1"/>
          </p:cNvCxnSpPr>
          <p:nvPr/>
        </p:nvCxnSpPr>
        <p:spPr>
          <a:xfrm flipV="1">
            <a:off x="3600450" y="1130816"/>
            <a:ext cx="2239899" cy="558280"/>
          </a:xfrm>
          <a:prstGeom prst="bentConnector3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77D359E2-46AC-A61A-E33E-A7C4E74C1C99}"/>
              </a:ext>
            </a:extLst>
          </p:cNvPr>
          <p:cNvSpPr/>
          <p:nvPr/>
        </p:nvSpPr>
        <p:spPr>
          <a:xfrm>
            <a:off x="1892300" y="2768126"/>
            <a:ext cx="1149350" cy="17145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1" name="Connector: Elbow 20">
            <a:extLst>
              <a:ext uri="{FF2B5EF4-FFF2-40B4-BE49-F238E27FC236}">
                <a16:creationId xmlns:a16="http://schemas.microsoft.com/office/drawing/2014/main" id="{9AF1DACF-B080-438B-666F-0A3606C52D48}"/>
              </a:ext>
            </a:extLst>
          </p:cNvPr>
          <p:cNvCxnSpPr>
            <a:stCxn id="19" idx="3"/>
            <a:endCxn id="10" idx="1"/>
          </p:cNvCxnSpPr>
          <p:nvPr/>
        </p:nvCxnSpPr>
        <p:spPr>
          <a:xfrm flipV="1">
            <a:off x="3041650" y="2616716"/>
            <a:ext cx="2798699" cy="237135"/>
          </a:xfrm>
          <a:prstGeom prst="bentConnector3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3205A356-7AF9-03EB-80DE-A3F45961E928}"/>
              </a:ext>
            </a:extLst>
          </p:cNvPr>
          <p:cNvCxnSpPr/>
          <p:nvPr/>
        </p:nvCxnSpPr>
        <p:spPr>
          <a:xfrm>
            <a:off x="1384300" y="3429000"/>
            <a:ext cx="9053783" cy="0"/>
          </a:xfrm>
          <a:prstGeom prst="straightConnector1">
            <a:avLst/>
          </a:prstGeom>
          <a:ln>
            <a:solidFill>
              <a:schemeClr val="accent2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558849C4-853C-7FF8-EEC5-324A5749BC68}"/>
              </a:ext>
            </a:extLst>
          </p:cNvPr>
          <p:cNvSpPr txBox="1"/>
          <p:nvPr/>
        </p:nvSpPr>
        <p:spPr>
          <a:xfrm>
            <a:off x="5297488" y="3613666"/>
            <a:ext cx="612457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Teko" pitchFamily="2" charset="0"/>
                <a:cs typeface="Teko" pitchFamily="2" charset="0"/>
              </a:rPr>
              <a:t>Teams below this line need to think carefully about: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Teko" pitchFamily="2" charset="0"/>
                <a:cs typeface="Teko" pitchFamily="2" charset="0"/>
              </a:rPr>
              <a:t>Talent acquisition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Teko" pitchFamily="2" charset="0"/>
                <a:cs typeface="Teko" pitchFamily="2" charset="0"/>
              </a:rPr>
              <a:t>Intelligent approach to salary cap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Teko" pitchFamily="2" charset="0"/>
                <a:cs typeface="Teko" pitchFamily="2" charset="0"/>
              </a:rPr>
              <a:t>Potential rebuild</a:t>
            </a:r>
          </a:p>
        </p:txBody>
      </p:sp>
    </p:spTree>
    <p:extLst>
      <p:ext uri="{BB962C8B-B14F-4D97-AF65-F5344CB8AC3E}">
        <p14:creationId xmlns:p14="http://schemas.microsoft.com/office/powerpoint/2010/main" val="3312925399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1111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92948"/>
      </a:accent1>
      <a:accent2>
        <a:srgbClr val="DE297B"/>
      </a:accent2>
      <a:accent3>
        <a:srgbClr val="6C2E9D"/>
      </a:accent3>
      <a:accent4>
        <a:srgbClr val="6812C1"/>
      </a:accent4>
      <a:accent5>
        <a:srgbClr val="EF4137"/>
      </a:accent5>
      <a:accent6>
        <a:srgbClr val="5F1B35"/>
      </a:accent6>
      <a:hlink>
        <a:srgbClr val="202020"/>
      </a:hlink>
      <a:folHlink>
        <a:srgbClr val="9F6715"/>
      </a:folHlink>
    </a:clrScheme>
    <a:fontScheme name="?11111">
      <a:majorFont>
        <a:latin typeface="Montserrat"/>
        <a:ea typeface=""/>
        <a:cs typeface=""/>
      </a:majorFont>
      <a:minorFont>
        <a:latin typeface="Mulish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339</Words>
  <Application>Microsoft Office PowerPoint</Application>
  <PresentationFormat>Widescreen</PresentationFormat>
  <Paragraphs>240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Mulish</vt:lpstr>
      <vt:lpstr>Teko</vt:lpstr>
      <vt:lpstr>1_Office Theme</vt:lpstr>
      <vt:lpstr>PowerPoint Presentation</vt:lpstr>
      <vt:lpstr>Team Balance – Where Are We? What are the Implications?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Steven Fox</dc:creator>
  <cp:lastModifiedBy>Steven Fox</cp:lastModifiedBy>
  <cp:revision>1</cp:revision>
  <dcterms:created xsi:type="dcterms:W3CDTF">2026-03-10T13:48:55Z</dcterms:created>
  <dcterms:modified xsi:type="dcterms:W3CDTF">2026-03-10T14:10:34Z</dcterms:modified>
</cp:coreProperties>
</file>